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5759450" cy="1439863"/>
  <p:notesSz cx="6858000" cy="9144000"/>
  <p:defaultTextStyle>
    <a:defPPr>
      <a:defRPr lang="en-DK"/>
    </a:defPPr>
    <a:lvl1pPr marL="0" algn="l" defTabSz="506806" rtl="0" eaLnBrk="1" latinLnBrk="0" hangingPunct="1">
      <a:defRPr sz="997" kern="1200">
        <a:solidFill>
          <a:schemeClr val="tx1"/>
        </a:solidFill>
        <a:latin typeface="+mn-lt"/>
        <a:ea typeface="+mn-ea"/>
        <a:cs typeface="+mn-cs"/>
      </a:defRPr>
    </a:lvl1pPr>
    <a:lvl2pPr marL="253404" algn="l" defTabSz="506806" rtl="0" eaLnBrk="1" latinLnBrk="0" hangingPunct="1">
      <a:defRPr sz="997" kern="1200">
        <a:solidFill>
          <a:schemeClr val="tx1"/>
        </a:solidFill>
        <a:latin typeface="+mn-lt"/>
        <a:ea typeface="+mn-ea"/>
        <a:cs typeface="+mn-cs"/>
      </a:defRPr>
    </a:lvl2pPr>
    <a:lvl3pPr marL="506806" algn="l" defTabSz="506806" rtl="0" eaLnBrk="1" latinLnBrk="0" hangingPunct="1">
      <a:defRPr sz="997" kern="1200">
        <a:solidFill>
          <a:schemeClr val="tx1"/>
        </a:solidFill>
        <a:latin typeface="+mn-lt"/>
        <a:ea typeface="+mn-ea"/>
        <a:cs typeface="+mn-cs"/>
      </a:defRPr>
    </a:lvl3pPr>
    <a:lvl4pPr marL="760210" algn="l" defTabSz="506806" rtl="0" eaLnBrk="1" latinLnBrk="0" hangingPunct="1">
      <a:defRPr sz="997" kern="1200">
        <a:solidFill>
          <a:schemeClr val="tx1"/>
        </a:solidFill>
        <a:latin typeface="+mn-lt"/>
        <a:ea typeface="+mn-ea"/>
        <a:cs typeface="+mn-cs"/>
      </a:defRPr>
    </a:lvl4pPr>
    <a:lvl5pPr marL="1013613" algn="l" defTabSz="506806" rtl="0" eaLnBrk="1" latinLnBrk="0" hangingPunct="1">
      <a:defRPr sz="997" kern="1200">
        <a:solidFill>
          <a:schemeClr val="tx1"/>
        </a:solidFill>
        <a:latin typeface="+mn-lt"/>
        <a:ea typeface="+mn-ea"/>
        <a:cs typeface="+mn-cs"/>
      </a:defRPr>
    </a:lvl5pPr>
    <a:lvl6pPr marL="1267017" algn="l" defTabSz="506806" rtl="0" eaLnBrk="1" latinLnBrk="0" hangingPunct="1">
      <a:defRPr sz="997" kern="1200">
        <a:solidFill>
          <a:schemeClr val="tx1"/>
        </a:solidFill>
        <a:latin typeface="+mn-lt"/>
        <a:ea typeface="+mn-ea"/>
        <a:cs typeface="+mn-cs"/>
      </a:defRPr>
    </a:lvl6pPr>
    <a:lvl7pPr marL="1520421" algn="l" defTabSz="506806" rtl="0" eaLnBrk="1" latinLnBrk="0" hangingPunct="1">
      <a:defRPr sz="997" kern="1200">
        <a:solidFill>
          <a:schemeClr val="tx1"/>
        </a:solidFill>
        <a:latin typeface="+mn-lt"/>
        <a:ea typeface="+mn-ea"/>
        <a:cs typeface="+mn-cs"/>
      </a:defRPr>
    </a:lvl7pPr>
    <a:lvl8pPr marL="1773823" algn="l" defTabSz="506806" rtl="0" eaLnBrk="1" latinLnBrk="0" hangingPunct="1">
      <a:defRPr sz="997" kern="1200">
        <a:solidFill>
          <a:schemeClr val="tx1"/>
        </a:solidFill>
        <a:latin typeface="+mn-lt"/>
        <a:ea typeface="+mn-ea"/>
        <a:cs typeface="+mn-cs"/>
      </a:defRPr>
    </a:lvl8pPr>
    <a:lvl9pPr marL="2027227" algn="l" defTabSz="506806" rtl="0" eaLnBrk="1" latinLnBrk="0" hangingPunct="1">
      <a:defRPr sz="997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395F"/>
    <a:srgbClr val="637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60"/>
    <p:restoredTop sz="94673"/>
  </p:normalViewPr>
  <p:slideViewPr>
    <p:cSldViewPr snapToGrid="0">
      <p:cViewPr>
        <p:scale>
          <a:sx n="201" d="100"/>
          <a:sy n="201" d="100"/>
        </p:scale>
        <p:origin x="1704" y="19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14761-8E9F-2B10-8329-8B327B82D3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9931" y="235645"/>
            <a:ext cx="4319588" cy="501286"/>
          </a:xfrm>
        </p:spPr>
        <p:txBody>
          <a:bodyPr anchor="b"/>
          <a:lstStyle>
            <a:lvl1pPr algn="ctr">
              <a:defRPr sz="3543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0D29FE-B1D6-77D7-C431-1AED54AED7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931" y="756263"/>
            <a:ext cx="4319588" cy="347634"/>
          </a:xfrm>
        </p:spPr>
        <p:txBody>
          <a:bodyPr/>
          <a:lstStyle>
            <a:lvl1pPr marL="0" indent="0" algn="ctr">
              <a:buNone/>
              <a:defRPr sz="1418"/>
            </a:lvl1pPr>
            <a:lvl2pPr marL="269968" indent="0" algn="ctr">
              <a:buNone/>
              <a:defRPr sz="1182"/>
            </a:lvl2pPr>
            <a:lvl3pPr marL="539936" indent="0" algn="ctr">
              <a:buNone/>
              <a:defRPr sz="1064"/>
            </a:lvl3pPr>
            <a:lvl4pPr marL="809904" indent="0" algn="ctr">
              <a:buNone/>
              <a:defRPr sz="944"/>
            </a:lvl4pPr>
            <a:lvl5pPr marL="1079874" indent="0" algn="ctr">
              <a:buNone/>
              <a:defRPr sz="944"/>
            </a:lvl5pPr>
            <a:lvl6pPr marL="1349842" indent="0" algn="ctr">
              <a:buNone/>
              <a:defRPr sz="944"/>
            </a:lvl6pPr>
            <a:lvl7pPr marL="1619810" indent="0" algn="ctr">
              <a:buNone/>
              <a:defRPr sz="944"/>
            </a:lvl7pPr>
            <a:lvl8pPr marL="1889778" indent="0" algn="ctr">
              <a:buNone/>
              <a:defRPr sz="944"/>
            </a:lvl8pPr>
            <a:lvl9pPr marL="2159746" indent="0" algn="ctr">
              <a:buNone/>
              <a:defRPr sz="944"/>
            </a:lvl9pPr>
          </a:lstStyle>
          <a:p>
            <a:r>
              <a:rPr lang="en-GB"/>
              <a:t>Click to edit Master subtitle style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647A8-0D0B-7BD3-48E0-980F726B6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AB087-89F7-C384-F733-880824F01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A82C6E-9F58-36CC-5649-31CA30A63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570499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A9465-075F-F573-0B49-3D76495BF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31AD3-B315-0098-6ABC-E4F5020501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4E7A5E-6526-E4C3-AAC2-AB5F3308E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F70FCC-B0BD-249E-7B73-8E2C7959D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384A5B-679E-5614-057F-35C7F365A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760203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F8DC8-4A68-E941-4642-E0482ACEC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964" y="358967"/>
            <a:ext cx="4967525" cy="598943"/>
          </a:xfrm>
        </p:spPr>
        <p:txBody>
          <a:bodyPr anchor="b"/>
          <a:lstStyle>
            <a:lvl1pPr>
              <a:defRPr sz="3543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A40390-BD0F-ACDC-96E1-2E9FCB26AF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2964" y="963575"/>
            <a:ext cx="4967525" cy="314970"/>
          </a:xfrm>
        </p:spPr>
        <p:txBody>
          <a:bodyPr/>
          <a:lstStyle>
            <a:lvl1pPr marL="0" indent="0">
              <a:buNone/>
              <a:defRPr sz="1418">
                <a:solidFill>
                  <a:schemeClr val="tx1">
                    <a:tint val="82000"/>
                  </a:schemeClr>
                </a:solidFill>
              </a:defRPr>
            </a:lvl1pPr>
            <a:lvl2pPr marL="269968" indent="0">
              <a:buNone/>
              <a:defRPr sz="1182">
                <a:solidFill>
                  <a:schemeClr val="tx1">
                    <a:tint val="82000"/>
                  </a:schemeClr>
                </a:solidFill>
              </a:defRPr>
            </a:lvl2pPr>
            <a:lvl3pPr marL="539936" indent="0">
              <a:buNone/>
              <a:defRPr sz="1064">
                <a:solidFill>
                  <a:schemeClr val="tx1">
                    <a:tint val="82000"/>
                  </a:schemeClr>
                </a:solidFill>
              </a:defRPr>
            </a:lvl3pPr>
            <a:lvl4pPr marL="809904" indent="0">
              <a:buNone/>
              <a:defRPr sz="944">
                <a:solidFill>
                  <a:schemeClr val="tx1">
                    <a:tint val="82000"/>
                  </a:schemeClr>
                </a:solidFill>
              </a:defRPr>
            </a:lvl4pPr>
            <a:lvl5pPr marL="1079874" indent="0">
              <a:buNone/>
              <a:defRPr sz="944">
                <a:solidFill>
                  <a:schemeClr val="tx1">
                    <a:tint val="82000"/>
                  </a:schemeClr>
                </a:solidFill>
              </a:defRPr>
            </a:lvl5pPr>
            <a:lvl6pPr marL="1349842" indent="0">
              <a:buNone/>
              <a:defRPr sz="944">
                <a:solidFill>
                  <a:schemeClr val="tx1">
                    <a:tint val="82000"/>
                  </a:schemeClr>
                </a:solidFill>
              </a:defRPr>
            </a:lvl6pPr>
            <a:lvl7pPr marL="1619810" indent="0">
              <a:buNone/>
              <a:defRPr sz="944">
                <a:solidFill>
                  <a:schemeClr val="tx1">
                    <a:tint val="82000"/>
                  </a:schemeClr>
                </a:solidFill>
              </a:defRPr>
            </a:lvl7pPr>
            <a:lvl8pPr marL="1889778" indent="0">
              <a:buNone/>
              <a:defRPr sz="944">
                <a:solidFill>
                  <a:schemeClr val="tx1">
                    <a:tint val="82000"/>
                  </a:schemeClr>
                </a:solidFill>
              </a:defRPr>
            </a:lvl8pPr>
            <a:lvl9pPr marL="2159746" indent="0">
              <a:buNone/>
              <a:defRPr sz="94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59A276-3DD9-0223-948A-97833D4C6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BEDBB-D73B-6005-80F9-459C8A10F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6697E8-D39D-EF9D-95BE-BB3F2D2F4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13275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F36AB1-5453-1B1A-E7E6-B786897F0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7E01F-4456-6311-C3D0-65D109D13D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95963" y="383297"/>
            <a:ext cx="2447766" cy="91358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F0028A-27B2-DA28-6B1C-9E83313F25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915722" y="383297"/>
            <a:ext cx="2447766" cy="91358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2CD323-E8E7-0D7F-A7D1-7D4DAD873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B59AB-D55D-80C8-C60B-570380F97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11463E-A5F5-19DC-9623-CCB3625AE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474930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CAB95-3BAD-1FE3-7952-C04957A46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714" y="76660"/>
            <a:ext cx="4967525" cy="27830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1AD36A-2EC9-284F-B203-6AC4F1B33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6713" y="352967"/>
            <a:ext cx="2436518" cy="172984"/>
          </a:xfrm>
        </p:spPr>
        <p:txBody>
          <a:bodyPr anchor="b"/>
          <a:lstStyle>
            <a:lvl1pPr marL="0" indent="0">
              <a:buNone/>
              <a:defRPr sz="1418" b="1"/>
            </a:lvl1pPr>
            <a:lvl2pPr marL="269968" indent="0">
              <a:buNone/>
              <a:defRPr sz="1182" b="1"/>
            </a:lvl2pPr>
            <a:lvl3pPr marL="539936" indent="0">
              <a:buNone/>
              <a:defRPr sz="1064" b="1"/>
            </a:lvl3pPr>
            <a:lvl4pPr marL="809904" indent="0">
              <a:buNone/>
              <a:defRPr sz="944" b="1"/>
            </a:lvl4pPr>
            <a:lvl5pPr marL="1079874" indent="0">
              <a:buNone/>
              <a:defRPr sz="944" b="1"/>
            </a:lvl5pPr>
            <a:lvl6pPr marL="1349842" indent="0">
              <a:buNone/>
              <a:defRPr sz="944" b="1"/>
            </a:lvl6pPr>
            <a:lvl7pPr marL="1619810" indent="0">
              <a:buNone/>
              <a:defRPr sz="944" b="1"/>
            </a:lvl7pPr>
            <a:lvl8pPr marL="1889778" indent="0">
              <a:buNone/>
              <a:defRPr sz="944" b="1"/>
            </a:lvl8pPr>
            <a:lvl9pPr marL="2159746" indent="0">
              <a:buNone/>
              <a:defRPr sz="94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527DDD-AED5-C8BD-E14A-113BD4BAE5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96713" y="525950"/>
            <a:ext cx="2436518" cy="77359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0FCFAF-4944-650C-7F97-F1D7FDA6E4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915723" y="352967"/>
            <a:ext cx="2448516" cy="172984"/>
          </a:xfrm>
        </p:spPr>
        <p:txBody>
          <a:bodyPr anchor="b"/>
          <a:lstStyle>
            <a:lvl1pPr marL="0" indent="0">
              <a:buNone/>
              <a:defRPr sz="1418" b="1"/>
            </a:lvl1pPr>
            <a:lvl2pPr marL="269968" indent="0">
              <a:buNone/>
              <a:defRPr sz="1182" b="1"/>
            </a:lvl2pPr>
            <a:lvl3pPr marL="539936" indent="0">
              <a:buNone/>
              <a:defRPr sz="1064" b="1"/>
            </a:lvl3pPr>
            <a:lvl4pPr marL="809904" indent="0">
              <a:buNone/>
              <a:defRPr sz="944" b="1"/>
            </a:lvl4pPr>
            <a:lvl5pPr marL="1079874" indent="0">
              <a:buNone/>
              <a:defRPr sz="944" b="1"/>
            </a:lvl5pPr>
            <a:lvl6pPr marL="1349842" indent="0">
              <a:buNone/>
              <a:defRPr sz="944" b="1"/>
            </a:lvl6pPr>
            <a:lvl7pPr marL="1619810" indent="0">
              <a:buNone/>
              <a:defRPr sz="944" b="1"/>
            </a:lvl7pPr>
            <a:lvl8pPr marL="1889778" indent="0">
              <a:buNone/>
              <a:defRPr sz="944" b="1"/>
            </a:lvl8pPr>
            <a:lvl9pPr marL="2159746" indent="0">
              <a:buNone/>
              <a:defRPr sz="94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C36682-BECC-BE6B-2E26-1E4AB03D4C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915723" y="525950"/>
            <a:ext cx="2448516" cy="77359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AD8631-3C79-FB47-9F13-995942F99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B3FCE3-703D-D468-FA37-B5C4DAE07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1D9D09-2724-69CA-7FD3-8334585A4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516091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ECE59-2665-0CA6-B72B-B791B290E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AD30FA-371F-704D-3E78-9740F84D3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64DC07-6CBE-227A-83DB-362C3ECCE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8F4EE6-134A-CD46-4C24-83751C858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51246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9D184F-9799-32D7-58F5-0A0C11094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58C4BE-10F7-2EB3-48D4-64FB1A5D8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87074D-4234-015A-994D-180492E56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1321911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15609-D98A-FF8D-D582-670546E2B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714" y="95992"/>
            <a:ext cx="1857572" cy="335968"/>
          </a:xfrm>
        </p:spPr>
        <p:txBody>
          <a:bodyPr anchor="b"/>
          <a:lstStyle>
            <a:lvl1pPr>
              <a:defRPr sz="189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9D9DF-5F33-BF3D-BAFF-50E8FD0E29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8517" y="207315"/>
            <a:ext cx="2915722" cy="1023236"/>
          </a:xfrm>
        </p:spPr>
        <p:txBody>
          <a:bodyPr/>
          <a:lstStyle>
            <a:lvl1pPr>
              <a:defRPr sz="1890"/>
            </a:lvl1pPr>
            <a:lvl2pPr>
              <a:defRPr sz="1654"/>
            </a:lvl2pPr>
            <a:lvl3pPr>
              <a:defRPr sz="1418"/>
            </a:lvl3pPr>
            <a:lvl4pPr>
              <a:defRPr sz="1182"/>
            </a:lvl4pPr>
            <a:lvl5pPr>
              <a:defRPr sz="1182"/>
            </a:lvl5pPr>
            <a:lvl6pPr>
              <a:defRPr sz="1182"/>
            </a:lvl6pPr>
            <a:lvl7pPr>
              <a:defRPr sz="1182"/>
            </a:lvl7pPr>
            <a:lvl8pPr>
              <a:defRPr sz="1182"/>
            </a:lvl8pPr>
            <a:lvl9pPr>
              <a:defRPr sz="1182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16D4D9-723F-9E7E-F9F7-07C66D12D5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96714" y="431960"/>
            <a:ext cx="1857572" cy="800257"/>
          </a:xfrm>
        </p:spPr>
        <p:txBody>
          <a:bodyPr/>
          <a:lstStyle>
            <a:lvl1pPr marL="0" indent="0">
              <a:buNone/>
              <a:defRPr sz="944"/>
            </a:lvl1pPr>
            <a:lvl2pPr marL="269968" indent="0">
              <a:buNone/>
              <a:defRPr sz="826"/>
            </a:lvl2pPr>
            <a:lvl3pPr marL="539936" indent="0">
              <a:buNone/>
              <a:defRPr sz="708"/>
            </a:lvl3pPr>
            <a:lvl4pPr marL="809904" indent="0">
              <a:buNone/>
              <a:defRPr sz="590"/>
            </a:lvl4pPr>
            <a:lvl5pPr marL="1079874" indent="0">
              <a:buNone/>
              <a:defRPr sz="590"/>
            </a:lvl5pPr>
            <a:lvl6pPr marL="1349842" indent="0">
              <a:buNone/>
              <a:defRPr sz="590"/>
            </a:lvl6pPr>
            <a:lvl7pPr marL="1619810" indent="0">
              <a:buNone/>
              <a:defRPr sz="590"/>
            </a:lvl7pPr>
            <a:lvl8pPr marL="1889778" indent="0">
              <a:buNone/>
              <a:defRPr sz="590"/>
            </a:lvl8pPr>
            <a:lvl9pPr marL="2159746" indent="0">
              <a:buNone/>
              <a:defRPr sz="59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F027A2-D546-68C7-D3A4-4978DC245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6729E7-1A1A-41F8-0AC7-EAF8666C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7771C2-AF82-7A9D-7BAB-086D02744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6903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D33F5-035D-9F6A-4F38-4376C8D89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714" y="95992"/>
            <a:ext cx="1857572" cy="335968"/>
          </a:xfrm>
        </p:spPr>
        <p:txBody>
          <a:bodyPr anchor="b"/>
          <a:lstStyle>
            <a:lvl1pPr>
              <a:defRPr sz="189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F9D1DA-D283-136F-267D-5E5FA2EB0C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448517" y="207315"/>
            <a:ext cx="2915722" cy="1023236"/>
          </a:xfrm>
        </p:spPr>
        <p:txBody>
          <a:bodyPr/>
          <a:lstStyle>
            <a:lvl1pPr marL="0" indent="0">
              <a:buNone/>
              <a:defRPr sz="1890"/>
            </a:lvl1pPr>
            <a:lvl2pPr marL="269968" indent="0">
              <a:buNone/>
              <a:defRPr sz="1654"/>
            </a:lvl2pPr>
            <a:lvl3pPr marL="539936" indent="0">
              <a:buNone/>
              <a:defRPr sz="1418"/>
            </a:lvl3pPr>
            <a:lvl4pPr marL="809904" indent="0">
              <a:buNone/>
              <a:defRPr sz="1182"/>
            </a:lvl4pPr>
            <a:lvl5pPr marL="1079874" indent="0">
              <a:buNone/>
              <a:defRPr sz="1182"/>
            </a:lvl5pPr>
            <a:lvl6pPr marL="1349842" indent="0">
              <a:buNone/>
              <a:defRPr sz="1182"/>
            </a:lvl6pPr>
            <a:lvl7pPr marL="1619810" indent="0">
              <a:buNone/>
              <a:defRPr sz="1182"/>
            </a:lvl7pPr>
            <a:lvl8pPr marL="1889778" indent="0">
              <a:buNone/>
              <a:defRPr sz="1182"/>
            </a:lvl8pPr>
            <a:lvl9pPr marL="2159746" indent="0">
              <a:buNone/>
              <a:defRPr sz="1182"/>
            </a:lvl9pPr>
          </a:lstStyle>
          <a:p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026714-A0C8-8D11-DE18-18CA6AA3BD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96714" y="431960"/>
            <a:ext cx="1857572" cy="800257"/>
          </a:xfrm>
        </p:spPr>
        <p:txBody>
          <a:bodyPr/>
          <a:lstStyle>
            <a:lvl1pPr marL="0" indent="0">
              <a:buNone/>
              <a:defRPr sz="944"/>
            </a:lvl1pPr>
            <a:lvl2pPr marL="269968" indent="0">
              <a:buNone/>
              <a:defRPr sz="826"/>
            </a:lvl2pPr>
            <a:lvl3pPr marL="539936" indent="0">
              <a:buNone/>
              <a:defRPr sz="708"/>
            </a:lvl3pPr>
            <a:lvl4pPr marL="809904" indent="0">
              <a:buNone/>
              <a:defRPr sz="590"/>
            </a:lvl4pPr>
            <a:lvl5pPr marL="1079874" indent="0">
              <a:buNone/>
              <a:defRPr sz="590"/>
            </a:lvl5pPr>
            <a:lvl6pPr marL="1349842" indent="0">
              <a:buNone/>
              <a:defRPr sz="590"/>
            </a:lvl6pPr>
            <a:lvl7pPr marL="1619810" indent="0">
              <a:buNone/>
              <a:defRPr sz="590"/>
            </a:lvl7pPr>
            <a:lvl8pPr marL="1889778" indent="0">
              <a:buNone/>
              <a:defRPr sz="590"/>
            </a:lvl8pPr>
            <a:lvl9pPr marL="2159746" indent="0">
              <a:buNone/>
              <a:defRPr sz="59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19194C-9D3C-0026-9723-96B1F7DBB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35981C-B481-29D9-DEBC-C905DCF5E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89E768-6B67-4F76-479A-97EEE0CC8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9718521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22F8E-17D1-A0F2-0920-618E86DE0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B1EACA-F99E-38FE-8939-FE450F9104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85D430-391D-EDEE-F1DC-0F2A091EF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4279C1-ADD2-DE94-C37A-1AC233E45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E0D46A-B62B-9D06-BB55-45E811EB5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232890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31EED1-D754-F96D-5262-9EF498CA8B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4121607" y="76660"/>
            <a:ext cx="1241882" cy="122021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692C84-5D38-FADA-BC87-CE2D0A745A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95964" y="76660"/>
            <a:ext cx="3653650" cy="122021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8E5738-6887-8433-3145-3F4B8D58E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FA0156-3F69-7A3F-7BF3-D80384E79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E18A99-DD50-AF6B-C317-D258A9BDC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419811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A71226-F81F-75AA-2DB3-85446B231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963" y="76660"/>
            <a:ext cx="4967525" cy="2783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204058-9FF7-04B2-7DEC-FC52321F70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5963" y="383297"/>
            <a:ext cx="4967525" cy="9135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5868B8-E742-569D-B957-F23936270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95963" y="1334540"/>
            <a:ext cx="1295876" cy="766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F11EB4-B65E-C739-D0BB-8982E7C128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07819" y="1334540"/>
            <a:ext cx="1943814" cy="766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0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9E341-E640-06B3-9FE5-A724FF7A4F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067614" y="1334540"/>
            <a:ext cx="1295876" cy="766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89620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39936" rtl="0" eaLnBrk="1" latinLnBrk="0" hangingPunct="1">
        <a:lnSpc>
          <a:spcPct val="90000"/>
        </a:lnSpc>
        <a:spcBef>
          <a:spcPct val="0"/>
        </a:spcBef>
        <a:buNone/>
        <a:defRPr sz="25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4985" indent="-134985" algn="l" defTabSz="539936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1654" kern="1200">
          <a:solidFill>
            <a:schemeClr val="tx1"/>
          </a:solidFill>
          <a:latin typeface="+mn-lt"/>
          <a:ea typeface="+mn-ea"/>
          <a:cs typeface="+mn-cs"/>
        </a:defRPr>
      </a:lvl1pPr>
      <a:lvl2pPr marL="404953" indent="-134985" algn="l" defTabSz="539936" rtl="0" eaLnBrk="1" latinLnBrk="0" hangingPunct="1">
        <a:lnSpc>
          <a:spcPct val="90000"/>
        </a:lnSpc>
        <a:spcBef>
          <a:spcPts val="296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2pPr>
      <a:lvl3pPr marL="674921" indent="-134985" algn="l" defTabSz="539936" rtl="0" eaLnBrk="1" latinLnBrk="0" hangingPunct="1">
        <a:lnSpc>
          <a:spcPct val="90000"/>
        </a:lnSpc>
        <a:spcBef>
          <a:spcPts val="296"/>
        </a:spcBef>
        <a:buFont typeface="Arial" panose="020B0604020202020204" pitchFamily="34" charset="0"/>
        <a:buChar char="•"/>
        <a:defRPr sz="1182" kern="1200">
          <a:solidFill>
            <a:schemeClr val="tx1"/>
          </a:solidFill>
          <a:latin typeface="+mn-lt"/>
          <a:ea typeface="+mn-ea"/>
          <a:cs typeface="+mn-cs"/>
        </a:defRPr>
      </a:lvl3pPr>
      <a:lvl4pPr marL="944889" indent="-134985" algn="l" defTabSz="539936" rtl="0" eaLnBrk="1" latinLnBrk="0" hangingPunct="1">
        <a:lnSpc>
          <a:spcPct val="90000"/>
        </a:lnSpc>
        <a:spcBef>
          <a:spcPts val="296"/>
        </a:spcBef>
        <a:buFont typeface="Arial" panose="020B0604020202020204" pitchFamily="34" charset="0"/>
        <a:buChar char="•"/>
        <a:defRPr sz="1064" kern="1200">
          <a:solidFill>
            <a:schemeClr val="tx1"/>
          </a:solidFill>
          <a:latin typeface="+mn-lt"/>
          <a:ea typeface="+mn-ea"/>
          <a:cs typeface="+mn-cs"/>
        </a:defRPr>
      </a:lvl4pPr>
      <a:lvl5pPr marL="1214857" indent="-134985" algn="l" defTabSz="539936" rtl="0" eaLnBrk="1" latinLnBrk="0" hangingPunct="1">
        <a:lnSpc>
          <a:spcPct val="90000"/>
        </a:lnSpc>
        <a:spcBef>
          <a:spcPts val="296"/>
        </a:spcBef>
        <a:buFont typeface="Arial" panose="020B0604020202020204" pitchFamily="34" charset="0"/>
        <a:buChar char="•"/>
        <a:defRPr sz="1064" kern="1200">
          <a:solidFill>
            <a:schemeClr val="tx1"/>
          </a:solidFill>
          <a:latin typeface="+mn-lt"/>
          <a:ea typeface="+mn-ea"/>
          <a:cs typeface="+mn-cs"/>
        </a:defRPr>
      </a:lvl5pPr>
      <a:lvl6pPr marL="1484825" indent="-134985" algn="l" defTabSz="539936" rtl="0" eaLnBrk="1" latinLnBrk="0" hangingPunct="1">
        <a:lnSpc>
          <a:spcPct val="90000"/>
        </a:lnSpc>
        <a:spcBef>
          <a:spcPts val="296"/>
        </a:spcBef>
        <a:buFont typeface="Arial" panose="020B0604020202020204" pitchFamily="34" charset="0"/>
        <a:buChar char="•"/>
        <a:defRPr sz="1064" kern="1200">
          <a:solidFill>
            <a:schemeClr val="tx1"/>
          </a:solidFill>
          <a:latin typeface="+mn-lt"/>
          <a:ea typeface="+mn-ea"/>
          <a:cs typeface="+mn-cs"/>
        </a:defRPr>
      </a:lvl6pPr>
      <a:lvl7pPr marL="1754795" indent="-134985" algn="l" defTabSz="539936" rtl="0" eaLnBrk="1" latinLnBrk="0" hangingPunct="1">
        <a:lnSpc>
          <a:spcPct val="90000"/>
        </a:lnSpc>
        <a:spcBef>
          <a:spcPts val="296"/>
        </a:spcBef>
        <a:buFont typeface="Arial" panose="020B0604020202020204" pitchFamily="34" charset="0"/>
        <a:buChar char="•"/>
        <a:defRPr sz="1064" kern="1200">
          <a:solidFill>
            <a:schemeClr val="tx1"/>
          </a:solidFill>
          <a:latin typeface="+mn-lt"/>
          <a:ea typeface="+mn-ea"/>
          <a:cs typeface="+mn-cs"/>
        </a:defRPr>
      </a:lvl7pPr>
      <a:lvl8pPr marL="2024763" indent="-134985" algn="l" defTabSz="539936" rtl="0" eaLnBrk="1" latinLnBrk="0" hangingPunct="1">
        <a:lnSpc>
          <a:spcPct val="90000"/>
        </a:lnSpc>
        <a:spcBef>
          <a:spcPts val="296"/>
        </a:spcBef>
        <a:buFont typeface="Arial" panose="020B0604020202020204" pitchFamily="34" charset="0"/>
        <a:buChar char="•"/>
        <a:defRPr sz="1064" kern="1200">
          <a:solidFill>
            <a:schemeClr val="tx1"/>
          </a:solidFill>
          <a:latin typeface="+mn-lt"/>
          <a:ea typeface="+mn-ea"/>
          <a:cs typeface="+mn-cs"/>
        </a:defRPr>
      </a:lvl8pPr>
      <a:lvl9pPr marL="2294731" indent="-134985" algn="l" defTabSz="539936" rtl="0" eaLnBrk="1" latinLnBrk="0" hangingPunct="1">
        <a:lnSpc>
          <a:spcPct val="90000"/>
        </a:lnSpc>
        <a:spcBef>
          <a:spcPts val="296"/>
        </a:spcBef>
        <a:buFont typeface="Arial" panose="020B0604020202020204" pitchFamily="34" charset="0"/>
        <a:buChar char="•"/>
        <a:defRPr sz="106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539936" rtl="0" eaLnBrk="1" latinLnBrk="0" hangingPunct="1">
        <a:defRPr sz="1064" kern="1200">
          <a:solidFill>
            <a:schemeClr val="tx1"/>
          </a:solidFill>
          <a:latin typeface="+mn-lt"/>
          <a:ea typeface="+mn-ea"/>
          <a:cs typeface="+mn-cs"/>
        </a:defRPr>
      </a:lvl1pPr>
      <a:lvl2pPr marL="269968" algn="l" defTabSz="539936" rtl="0" eaLnBrk="1" latinLnBrk="0" hangingPunct="1">
        <a:defRPr sz="1064" kern="1200">
          <a:solidFill>
            <a:schemeClr val="tx1"/>
          </a:solidFill>
          <a:latin typeface="+mn-lt"/>
          <a:ea typeface="+mn-ea"/>
          <a:cs typeface="+mn-cs"/>
        </a:defRPr>
      </a:lvl2pPr>
      <a:lvl3pPr marL="539936" algn="l" defTabSz="539936" rtl="0" eaLnBrk="1" latinLnBrk="0" hangingPunct="1">
        <a:defRPr sz="1064" kern="1200">
          <a:solidFill>
            <a:schemeClr val="tx1"/>
          </a:solidFill>
          <a:latin typeface="+mn-lt"/>
          <a:ea typeface="+mn-ea"/>
          <a:cs typeface="+mn-cs"/>
        </a:defRPr>
      </a:lvl3pPr>
      <a:lvl4pPr marL="809904" algn="l" defTabSz="539936" rtl="0" eaLnBrk="1" latinLnBrk="0" hangingPunct="1">
        <a:defRPr sz="1064" kern="1200">
          <a:solidFill>
            <a:schemeClr val="tx1"/>
          </a:solidFill>
          <a:latin typeface="+mn-lt"/>
          <a:ea typeface="+mn-ea"/>
          <a:cs typeface="+mn-cs"/>
        </a:defRPr>
      </a:lvl4pPr>
      <a:lvl5pPr marL="1079874" algn="l" defTabSz="539936" rtl="0" eaLnBrk="1" latinLnBrk="0" hangingPunct="1">
        <a:defRPr sz="1064" kern="1200">
          <a:solidFill>
            <a:schemeClr val="tx1"/>
          </a:solidFill>
          <a:latin typeface="+mn-lt"/>
          <a:ea typeface="+mn-ea"/>
          <a:cs typeface="+mn-cs"/>
        </a:defRPr>
      </a:lvl5pPr>
      <a:lvl6pPr marL="1349842" algn="l" defTabSz="539936" rtl="0" eaLnBrk="1" latinLnBrk="0" hangingPunct="1">
        <a:defRPr sz="1064" kern="1200">
          <a:solidFill>
            <a:schemeClr val="tx1"/>
          </a:solidFill>
          <a:latin typeface="+mn-lt"/>
          <a:ea typeface="+mn-ea"/>
          <a:cs typeface="+mn-cs"/>
        </a:defRPr>
      </a:lvl6pPr>
      <a:lvl7pPr marL="1619810" algn="l" defTabSz="539936" rtl="0" eaLnBrk="1" latinLnBrk="0" hangingPunct="1">
        <a:defRPr sz="1064" kern="1200">
          <a:solidFill>
            <a:schemeClr val="tx1"/>
          </a:solidFill>
          <a:latin typeface="+mn-lt"/>
          <a:ea typeface="+mn-ea"/>
          <a:cs typeface="+mn-cs"/>
        </a:defRPr>
      </a:lvl7pPr>
      <a:lvl8pPr marL="1889778" algn="l" defTabSz="539936" rtl="0" eaLnBrk="1" latinLnBrk="0" hangingPunct="1">
        <a:defRPr sz="1064" kern="1200">
          <a:solidFill>
            <a:schemeClr val="tx1"/>
          </a:solidFill>
          <a:latin typeface="+mn-lt"/>
          <a:ea typeface="+mn-ea"/>
          <a:cs typeface="+mn-cs"/>
        </a:defRPr>
      </a:lvl8pPr>
      <a:lvl9pPr marL="2159746" algn="l" defTabSz="539936" rtl="0" eaLnBrk="1" latinLnBrk="0" hangingPunct="1">
        <a:defRPr sz="106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02B9B2B0-AEB0-A9F2-8932-9B50264B32DE}"/>
              </a:ext>
            </a:extLst>
          </p:cNvPr>
          <p:cNvGrpSpPr/>
          <p:nvPr/>
        </p:nvGrpSpPr>
        <p:grpSpPr>
          <a:xfrm>
            <a:off x="166730" y="126361"/>
            <a:ext cx="5425999" cy="1187140"/>
            <a:chOff x="886658" y="3053222"/>
            <a:chExt cx="5425999" cy="118714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BB98694-82EE-69A6-3DBA-A482859BA762}"/>
                </a:ext>
              </a:extLst>
            </p:cNvPr>
            <p:cNvGrpSpPr/>
            <p:nvPr/>
          </p:nvGrpSpPr>
          <p:grpSpPr>
            <a:xfrm>
              <a:off x="886658" y="3053222"/>
              <a:ext cx="5425999" cy="1187140"/>
              <a:chOff x="1351292" y="2513017"/>
              <a:chExt cx="5425999" cy="1187140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38A98D1-E084-CB78-D359-ABE8DE777E15}"/>
                  </a:ext>
                </a:extLst>
              </p:cNvPr>
              <p:cNvSpPr txBox="1"/>
              <p:nvPr/>
            </p:nvSpPr>
            <p:spPr>
              <a:xfrm>
                <a:off x="2310855" y="2513017"/>
                <a:ext cx="4466436" cy="923330"/>
              </a:xfrm>
              <a:prstGeom prst="rect">
                <a:avLst/>
              </a:prstGeom>
              <a:noFill/>
            </p:spPr>
            <p:txBody>
              <a:bodyPr wrap="none" lIns="90000" rtlCol="0">
                <a:spAutoFit/>
              </a:bodyPr>
              <a:lstStyle/>
              <a:p>
                <a:r>
                  <a:rPr lang="en-DK" sz="5400" dirty="0">
                    <a:solidFill>
                      <a:srgbClr val="1E395F"/>
                    </a:solidFill>
                    <a:latin typeface="Inter Medium" panose="02000503000000020004" pitchFamily="2" charset="0"/>
                    <a:ea typeface="Inter Medium" panose="02000503000000020004" pitchFamily="2" charset="0"/>
                  </a:rPr>
                  <a:t>Bolig</a:t>
                </a:r>
                <a:r>
                  <a:rPr lang="en-DK" sz="5400" b="1" dirty="0">
                    <a:solidFill>
                      <a:srgbClr val="1E395F"/>
                    </a:solidFill>
                    <a:latin typeface="Inter ExtraBold" panose="02000503000000020004" pitchFamily="2" charset="0"/>
                    <a:ea typeface="Inter ExtraBold" panose="02000503000000020004" pitchFamily="2" charset="0"/>
                  </a:rPr>
                  <a:t>klarhed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BDD208F3-85D7-CD2F-3F69-CBA47F10C254}"/>
                  </a:ext>
                </a:extLst>
              </p:cNvPr>
              <p:cNvGrpSpPr/>
              <p:nvPr/>
            </p:nvGrpSpPr>
            <p:grpSpPr>
              <a:xfrm>
                <a:off x="1351292" y="2636318"/>
                <a:ext cx="840347" cy="963338"/>
                <a:chOff x="899420" y="4444772"/>
                <a:chExt cx="571292" cy="654905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EF6A212A-BE28-8849-8A83-AAE16580C4BE}"/>
                    </a:ext>
                  </a:extLst>
                </p:cNvPr>
                <p:cNvSpPr/>
                <p:nvPr/>
              </p:nvSpPr>
              <p:spPr>
                <a:xfrm>
                  <a:off x="899420" y="4690540"/>
                  <a:ext cx="571292" cy="409137"/>
                </a:xfrm>
                <a:prstGeom prst="rect">
                  <a:avLst/>
                </a:prstGeom>
                <a:solidFill>
                  <a:srgbClr val="1E395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K"/>
                </a:p>
              </p:txBody>
            </p:sp>
            <p:sp>
              <p:nvSpPr>
                <p:cNvPr id="7" name="Triangle 6">
                  <a:extLst>
                    <a:ext uri="{FF2B5EF4-FFF2-40B4-BE49-F238E27FC236}">
                      <a16:creationId xmlns:a16="http://schemas.microsoft.com/office/drawing/2014/main" id="{2AB92BF1-2E3D-7025-DADB-7AFA1528BA47}"/>
                    </a:ext>
                  </a:extLst>
                </p:cNvPr>
                <p:cNvSpPr/>
                <p:nvPr/>
              </p:nvSpPr>
              <p:spPr>
                <a:xfrm>
                  <a:off x="899420" y="4444772"/>
                  <a:ext cx="571292" cy="245768"/>
                </a:xfrm>
                <a:prstGeom prst="triangle">
                  <a:avLst/>
                </a:prstGeom>
                <a:solidFill>
                  <a:srgbClr val="1E395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K"/>
                </a:p>
              </p:txBody>
            </p:sp>
          </p:grp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3B25C3B-935B-2D44-1A53-1FC9E7B5B936}"/>
                  </a:ext>
                </a:extLst>
              </p:cNvPr>
              <p:cNvSpPr txBox="1"/>
              <p:nvPr/>
            </p:nvSpPr>
            <p:spPr>
              <a:xfrm>
                <a:off x="2346023" y="3300047"/>
                <a:ext cx="4356429" cy="400110"/>
              </a:xfrm>
              <a:prstGeom prst="rect">
                <a:avLst/>
              </a:prstGeom>
              <a:noFill/>
            </p:spPr>
            <p:txBody>
              <a:bodyPr wrap="square" lIns="90000" rtlCol="0">
                <a:noAutofit/>
              </a:bodyPr>
              <a:lstStyle/>
              <a:p>
                <a:pPr algn="just"/>
                <a:r>
                  <a:rPr lang="da-DK" sz="2280" dirty="0">
                    <a:solidFill>
                      <a:srgbClr val="63738F"/>
                    </a:solidFill>
                    <a:latin typeface="Inter" panose="02000503000000020004" pitchFamily="2" charset="0"/>
                    <a:ea typeface="Inter" panose="02000503000000020004" pitchFamily="2" charset="0"/>
                  </a:rPr>
                  <a:t>Klarhed over din boligøkonomi</a:t>
                </a:r>
                <a:endParaRPr lang="en-DK" sz="2280" dirty="0">
                  <a:solidFill>
                    <a:srgbClr val="63738F"/>
                  </a:solidFill>
                  <a:latin typeface="Inter" panose="02000503000000020004" pitchFamily="2" charset="0"/>
                  <a:ea typeface="Inter" panose="02000503000000020004" pitchFamily="2" charset="0"/>
                </a:endParaRPr>
              </a:p>
            </p:txBody>
          </p:sp>
        </p:grpSp>
        <p:pic>
          <p:nvPicPr>
            <p:cNvPr id="21" name="Graphic 20" descr="Apple with solid fill">
              <a:extLst>
                <a:ext uri="{FF2B5EF4-FFF2-40B4-BE49-F238E27FC236}">
                  <a16:creationId xmlns:a16="http://schemas.microsoft.com/office/drawing/2014/main" id="{37E7564A-1DEF-7C53-6CC0-4B3F69CBD1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02923" y="3451700"/>
              <a:ext cx="607811" cy="6078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389944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4375</TotalTime>
  <Words>5</Words>
  <Application>Microsoft Macintosh PowerPoint</Application>
  <PresentationFormat>Custom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Inter</vt:lpstr>
      <vt:lpstr>Inter ExtraBold</vt:lpstr>
      <vt:lpstr>Inter Medium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Christoffer Retz</dc:creator>
  <cp:lastModifiedBy>Christoffer Retz</cp:lastModifiedBy>
  <cp:revision>4</cp:revision>
  <dcterms:created xsi:type="dcterms:W3CDTF">2026-02-28T18:25:25Z</dcterms:created>
  <dcterms:modified xsi:type="dcterms:W3CDTF">2026-03-03T19:22:29Z</dcterms:modified>
</cp:coreProperties>
</file>