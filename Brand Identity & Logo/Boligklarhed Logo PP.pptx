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478588" cy="2879725"/>
  <p:notesSz cx="6858000" cy="9144000"/>
  <p:defaultTextStyle>
    <a:defPPr>
      <a:defRPr lang="en-DK"/>
    </a:defPPr>
    <a:lvl1pPr marL="0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1pPr>
    <a:lvl2pPr marL="299426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2pPr>
    <a:lvl3pPr marL="598849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3pPr>
    <a:lvl4pPr marL="898275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4pPr>
    <a:lvl5pPr marL="1197699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5pPr>
    <a:lvl6pPr marL="1497125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6pPr>
    <a:lvl7pPr marL="1796551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7pPr>
    <a:lvl8pPr marL="2095974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8pPr>
    <a:lvl9pPr marL="2395400" algn="l" defTabSz="598849" rtl="0" eaLnBrk="1" latinLnBrk="0" hangingPunct="1">
      <a:defRPr sz="11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95F"/>
    <a:srgbClr val="637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0"/>
    <p:restoredTop sz="94673"/>
  </p:normalViewPr>
  <p:slideViewPr>
    <p:cSldViewPr snapToGrid="0">
      <p:cViewPr>
        <p:scale>
          <a:sx n="100" d="100"/>
          <a:sy n="100" d="100"/>
        </p:scale>
        <p:origin x="3288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4761-8E9F-2B10-8329-8B327B82D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823" y="471289"/>
            <a:ext cx="4858942" cy="1002571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D29FE-B1D6-77D7-C431-1AED54AED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23" y="1512524"/>
            <a:ext cx="4858942" cy="695267"/>
          </a:xfrm>
        </p:spPr>
        <p:txBody>
          <a:bodyPr/>
          <a:lstStyle>
            <a:lvl1pPr marL="0" indent="0" algn="ctr">
              <a:buNone/>
              <a:defRPr sz="1418"/>
            </a:lvl1pPr>
            <a:lvl2pPr marL="269968" indent="0" algn="ctr">
              <a:buNone/>
              <a:defRPr sz="1182"/>
            </a:lvl2pPr>
            <a:lvl3pPr marL="539936" indent="0" algn="ctr">
              <a:buNone/>
              <a:defRPr sz="1064"/>
            </a:lvl3pPr>
            <a:lvl4pPr marL="809904" indent="0" algn="ctr">
              <a:buNone/>
              <a:defRPr sz="944"/>
            </a:lvl4pPr>
            <a:lvl5pPr marL="1079874" indent="0" algn="ctr">
              <a:buNone/>
              <a:defRPr sz="944"/>
            </a:lvl5pPr>
            <a:lvl6pPr marL="1349842" indent="0" algn="ctr">
              <a:buNone/>
              <a:defRPr sz="944"/>
            </a:lvl6pPr>
            <a:lvl7pPr marL="1619810" indent="0" algn="ctr">
              <a:buNone/>
              <a:defRPr sz="944"/>
            </a:lvl7pPr>
            <a:lvl8pPr marL="1889778" indent="0" algn="ctr">
              <a:buNone/>
              <a:defRPr sz="944"/>
            </a:lvl8pPr>
            <a:lvl9pPr marL="2159746" indent="0" algn="ctr">
              <a:buNone/>
              <a:defRPr sz="944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647A8-0D0B-7BD3-48E0-980F726B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B087-89F7-C384-F733-880824F0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82C6E-9F58-36CC-5649-31CA30A6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04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9465-075F-F573-0B49-3D76495B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1AD3-B315-0098-6ABC-E4F50205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E7A5E-6526-E4C3-AAC2-AB5F330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70FCC-B0BD-249E-7B73-8E2C7959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4A5B-679E-5614-057F-35C7F365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602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8DC8-4A68-E941-4642-E0482AC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30" y="717933"/>
            <a:ext cx="5587782" cy="1197885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40390-BD0F-ACDC-96E1-2E9FCB26A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030" y="1927150"/>
            <a:ext cx="5587782" cy="629939"/>
          </a:xfrm>
        </p:spPr>
        <p:txBody>
          <a:bodyPr/>
          <a:lstStyle>
            <a:lvl1pPr marL="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1pPr>
            <a:lvl2pPr marL="269968" indent="0">
              <a:buNone/>
              <a:defRPr sz="1182">
                <a:solidFill>
                  <a:schemeClr val="tx1">
                    <a:tint val="82000"/>
                  </a:schemeClr>
                </a:solidFill>
              </a:defRPr>
            </a:lvl2pPr>
            <a:lvl3pPr marL="539936" indent="0">
              <a:buNone/>
              <a:defRPr sz="1064">
                <a:solidFill>
                  <a:schemeClr val="tx1">
                    <a:tint val="82000"/>
                  </a:schemeClr>
                </a:solidFill>
              </a:defRPr>
            </a:lvl3pPr>
            <a:lvl4pPr marL="809904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4pPr>
            <a:lvl5pPr marL="1079874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5pPr>
            <a:lvl6pPr marL="1349842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6pPr>
            <a:lvl7pPr marL="1619810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7pPr>
            <a:lvl8pPr marL="1889778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8pPr>
            <a:lvl9pPr marL="2159746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9A276-3DD9-0223-948A-97833D4C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EDBB-D73B-6005-80F9-459C8A10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697E8-D39D-EF9D-95BE-BB3F2D2F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1327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6AB1-5453-1B1A-E7E6-B786897F0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E01F-4456-6311-C3D0-65D109D13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404" y="766593"/>
            <a:ext cx="2753400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0028A-27B2-DA28-6B1C-9E83313F2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9786" y="766593"/>
            <a:ext cx="2753400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CD323-E8E7-0D7F-A7D1-7D4DAD87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59AB-D55D-80C8-C60B-570380F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1463E-A5F5-19DC-9623-CCB3625A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74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AB95-3BAD-1FE3-7952-C04957A4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48" y="153320"/>
            <a:ext cx="5587782" cy="55661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AD36A-2EC9-284F-B203-6AC4F1B33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247" y="705932"/>
            <a:ext cx="2740747" cy="345967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69968" indent="0">
              <a:buNone/>
              <a:defRPr sz="1182" b="1"/>
            </a:lvl2pPr>
            <a:lvl3pPr marL="539936" indent="0">
              <a:buNone/>
              <a:defRPr sz="1064" b="1"/>
            </a:lvl3pPr>
            <a:lvl4pPr marL="809904" indent="0">
              <a:buNone/>
              <a:defRPr sz="944" b="1"/>
            </a:lvl4pPr>
            <a:lvl5pPr marL="1079874" indent="0">
              <a:buNone/>
              <a:defRPr sz="944" b="1"/>
            </a:lvl5pPr>
            <a:lvl6pPr marL="1349842" indent="0">
              <a:buNone/>
              <a:defRPr sz="944" b="1"/>
            </a:lvl6pPr>
            <a:lvl7pPr marL="1619810" indent="0">
              <a:buNone/>
              <a:defRPr sz="944" b="1"/>
            </a:lvl7pPr>
            <a:lvl8pPr marL="1889778" indent="0">
              <a:buNone/>
              <a:defRPr sz="944" b="1"/>
            </a:lvl8pPr>
            <a:lvl9pPr marL="2159746" indent="0">
              <a:buNone/>
              <a:defRPr sz="9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27DDD-AED5-C8BD-E14A-113BD4BAE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7" y="1051900"/>
            <a:ext cx="2740747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FCFAF-4944-650C-7F97-F1D7FDA6E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9786" y="705932"/>
            <a:ext cx="2754243" cy="345967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69968" indent="0">
              <a:buNone/>
              <a:defRPr sz="1182" b="1"/>
            </a:lvl2pPr>
            <a:lvl3pPr marL="539936" indent="0">
              <a:buNone/>
              <a:defRPr sz="1064" b="1"/>
            </a:lvl3pPr>
            <a:lvl4pPr marL="809904" indent="0">
              <a:buNone/>
              <a:defRPr sz="944" b="1"/>
            </a:lvl4pPr>
            <a:lvl5pPr marL="1079874" indent="0">
              <a:buNone/>
              <a:defRPr sz="944" b="1"/>
            </a:lvl5pPr>
            <a:lvl6pPr marL="1349842" indent="0">
              <a:buNone/>
              <a:defRPr sz="944" b="1"/>
            </a:lvl6pPr>
            <a:lvl7pPr marL="1619810" indent="0">
              <a:buNone/>
              <a:defRPr sz="944" b="1"/>
            </a:lvl7pPr>
            <a:lvl8pPr marL="1889778" indent="0">
              <a:buNone/>
              <a:defRPr sz="944" b="1"/>
            </a:lvl8pPr>
            <a:lvl9pPr marL="2159746" indent="0">
              <a:buNone/>
              <a:defRPr sz="9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36682-BECC-BE6B-2E26-1E4AB03D4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9786" y="1051900"/>
            <a:ext cx="2754243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D8631-3C79-FB47-9F13-995942F9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B3FCE3-703D-D468-FA37-B5C4DAE0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D9D09-2724-69CA-7FD3-8334585A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1609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CE59-2665-0CA6-B72B-B791B290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D30FA-371F-704D-3E78-9740F84D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4DC07-6CBE-227A-83DB-362C3EC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F4EE6-134A-CD46-4C24-83751C85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12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D184F-9799-32D7-58F5-0A0C110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8C4BE-10F7-2EB3-48D4-64FB1A5D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7074D-4234-015A-994D-180492E5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219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5609-D98A-FF8D-D582-670546E2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48" y="191982"/>
            <a:ext cx="2089513" cy="671936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D9DF-5F33-BF3D-BAFF-50E8FD0E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244" y="414628"/>
            <a:ext cx="3279786" cy="2046471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8"/>
            </a:lvl3pPr>
            <a:lvl4pPr>
              <a:defRPr sz="1182"/>
            </a:lvl4pPr>
            <a:lvl5pPr>
              <a:defRPr sz="1182"/>
            </a:lvl5pPr>
            <a:lvl6pPr>
              <a:defRPr sz="1182"/>
            </a:lvl6pPr>
            <a:lvl7pPr>
              <a:defRPr sz="1182"/>
            </a:lvl7pPr>
            <a:lvl8pPr>
              <a:defRPr sz="1182"/>
            </a:lvl8pPr>
            <a:lvl9pPr>
              <a:defRPr sz="118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6D4D9-723F-9E7E-F9F7-07C66D12D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248" y="863918"/>
            <a:ext cx="2089513" cy="1600514"/>
          </a:xfrm>
        </p:spPr>
        <p:txBody>
          <a:bodyPr/>
          <a:lstStyle>
            <a:lvl1pPr marL="0" indent="0">
              <a:buNone/>
              <a:defRPr sz="944"/>
            </a:lvl1pPr>
            <a:lvl2pPr marL="269968" indent="0">
              <a:buNone/>
              <a:defRPr sz="826"/>
            </a:lvl2pPr>
            <a:lvl3pPr marL="539936" indent="0">
              <a:buNone/>
              <a:defRPr sz="708"/>
            </a:lvl3pPr>
            <a:lvl4pPr marL="809904" indent="0">
              <a:buNone/>
              <a:defRPr sz="590"/>
            </a:lvl4pPr>
            <a:lvl5pPr marL="1079874" indent="0">
              <a:buNone/>
              <a:defRPr sz="590"/>
            </a:lvl5pPr>
            <a:lvl6pPr marL="1349842" indent="0">
              <a:buNone/>
              <a:defRPr sz="590"/>
            </a:lvl6pPr>
            <a:lvl7pPr marL="1619810" indent="0">
              <a:buNone/>
              <a:defRPr sz="590"/>
            </a:lvl7pPr>
            <a:lvl8pPr marL="1889778" indent="0">
              <a:buNone/>
              <a:defRPr sz="590"/>
            </a:lvl8pPr>
            <a:lvl9pPr marL="2159746" indent="0">
              <a:buNone/>
              <a:defRPr sz="5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027A2-D546-68C7-D3A4-4978DC24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729E7-1A1A-41F8-0AC7-EAF8666C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771C2-AF82-7A9D-7BAB-086D0274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903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33F5-035D-9F6A-4F38-4376C8D8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48" y="191982"/>
            <a:ext cx="2089513" cy="671936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9D1DA-D283-136F-267D-5E5FA2EB0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54244" y="414628"/>
            <a:ext cx="3279786" cy="2046471"/>
          </a:xfrm>
        </p:spPr>
        <p:txBody>
          <a:bodyPr/>
          <a:lstStyle>
            <a:lvl1pPr marL="0" indent="0">
              <a:buNone/>
              <a:defRPr sz="1890"/>
            </a:lvl1pPr>
            <a:lvl2pPr marL="269968" indent="0">
              <a:buNone/>
              <a:defRPr sz="1654"/>
            </a:lvl2pPr>
            <a:lvl3pPr marL="539936" indent="0">
              <a:buNone/>
              <a:defRPr sz="1418"/>
            </a:lvl3pPr>
            <a:lvl4pPr marL="809904" indent="0">
              <a:buNone/>
              <a:defRPr sz="1182"/>
            </a:lvl4pPr>
            <a:lvl5pPr marL="1079874" indent="0">
              <a:buNone/>
              <a:defRPr sz="1182"/>
            </a:lvl5pPr>
            <a:lvl6pPr marL="1349842" indent="0">
              <a:buNone/>
              <a:defRPr sz="1182"/>
            </a:lvl6pPr>
            <a:lvl7pPr marL="1619810" indent="0">
              <a:buNone/>
              <a:defRPr sz="1182"/>
            </a:lvl7pPr>
            <a:lvl8pPr marL="1889778" indent="0">
              <a:buNone/>
              <a:defRPr sz="1182"/>
            </a:lvl8pPr>
            <a:lvl9pPr marL="2159746" indent="0">
              <a:buNone/>
              <a:defRPr sz="1182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26714-A0C8-8D11-DE18-18CA6AA3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248" y="863918"/>
            <a:ext cx="2089513" cy="1600514"/>
          </a:xfrm>
        </p:spPr>
        <p:txBody>
          <a:bodyPr/>
          <a:lstStyle>
            <a:lvl1pPr marL="0" indent="0">
              <a:buNone/>
              <a:defRPr sz="944"/>
            </a:lvl1pPr>
            <a:lvl2pPr marL="269968" indent="0">
              <a:buNone/>
              <a:defRPr sz="826"/>
            </a:lvl2pPr>
            <a:lvl3pPr marL="539936" indent="0">
              <a:buNone/>
              <a:defRPr sz="708"/>
            </a:lvl3pPr>
            <a:lvl4pPr marL="809904" indent="0">
              <a:buNone/>
              <a:defRPr sz="590"/>
            </a:lvl4pPr>
            <a:lvl5pPr marL="1079874" indent="0">
              <a:buNone/>
              <a:defRPr sz="590"/>
            </a:lvl5pPr>
            <a:lvl6pPr marL="1349842" indent="0">
              <a:buNone/>
              <a:defRPr sz="590"/>
            </a:lvl6pPr>
            <a:lvl7pPr marL="1619810" indent="0">
              <a:buNone/>
              <a:defRPr sz="590"/>
            </a:lvl7pPr>
            <a:lvl8pPr marL="1889778" indent="0">
              <a:buNone/>
              <a:defRPr sz="590"/>
            </a:lvl8pPr>
            <a:lvl9pPr marL="2159746" indent="0">
              <a:buNone/>
              <a:defRPr sz="5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9194C-9D3C-0026-9723-96B1F7DB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5981C-B481-29D9-DEBC-C905DCF5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9E768-6B67-4F76-479A-97EEE0CC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185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2F8E-17D1-A0F2-0920-618E86DE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1EACA-F99E-38FE-8939-FE450F910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D430-391D-EDEE-F1DC-0F2A091E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279C1-ADD2-DE94-C37A-1AC233E4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0D46A-B62B-9D06-BB55-45E811EB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89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1EED1-D754-F96D-5262-9EF498CA8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6240" y="153320"/>
            <a:ext cx="1396946" cy="24404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92C84-5D38-FADA-BC87-CE2D0A745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405" y="153320"/>
            <a:ext cx="4109853" cy="24404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5738-6887-8433-3145-3F4B8D58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0156-3F69-7A3F-7BF3-D80384E7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18A99-DD50-AF6B-C317-D258A9BD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1981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71226-F81F-75AA-2DB3-85446B23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03" y="153320"/>
            <a:ext cx="558778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4058-9FF7-04B2-7DEC-FC52321F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403" y="766593"/>
            <a:ext cx="558778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68B8-E742-569D-B957-F23936270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404" y="2669080"/>
            <a:ext cx="145768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1A2C6-1241-9343-893B-17C45A32666E}" type="datetimeFigureOut">
              <a:rPr lang="en-DK" smtClean="0"/>
              <a:t>28/02/2026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1EB4-B65E-C739-D0BB-8982E7C12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033" y="2669080"/>
            <a:ext cx="218652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E341-E640-06B3-9FE5-A724FF7A4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5505" y="2669080"/>
            <a:ext cx="145768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962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39936" rtl="0" eaLnBrk="1" latinLnBrk="0" hangingPunct="1">
        <a:lnSpc>
          <a:spcPct val="90000"/>
        </a:lnSpc>
        <a:spcBef>
          <a:spcPct val="0"/>
        </a:spcBef>
        <a:buNone/>
        <a:defRPr sz="25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5" indent="-134985" algn="l" defTabSz="539936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4953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674921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182" kern="1200">
          <a:solidFill>
            <a:schemeClr val="tx1"/>
          </a:solidFill>
          <a:latin typeface="+mn-lt"/>
          <a:ea typeface="+mn-ea"/>
          <a:cs typeface="+mn-cs"/>
        </a:defRPr>
      </a:lvl3pPr>
      <a:lvl4pPr marL="944889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214857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484825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754795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2024763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294731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69968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2pPr>
      <a:lvl3pPr marL="539936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3pPr>
      <a:lvl4pPr marL="809904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079874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349842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619810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1889778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159746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2B9B2B0-AEB0-A9F2-8932-9B50264B32DE}"/>
              </a:ext>
            </a:extLst>
          </p:cNvPr>
          <p:cNvGrpSpPr/>
          <p:nvPr/>
        </p:nvGrpSpPr>
        <p:grpSpPr>
          <a:xfrm>
            <a:off x="526297" y="846292"/>
            <a:ext cx="5425999" cy="1187140"/>
            <a:chOff x="886658" y="3053222"/>
            <a:chExt cx="5425999" cy="11871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B98694-82EE-69A6-3DBA-A482859BA762}"/>
                </a:ext>
              </a:extLst>
            </p:cNvPr>
            <p:cNvGrpSpPr/>
            <p:nvPr/>
          </p:nvGrpSpPr>
          <p:grpSpPr>
            <a:xfrm>
              <a:off x="886658" y="3053222"/>
              <a:ext cx="5425999" cy="1187140"/>
              <a:chOff x="1351292" y="2513017"/>
              <a:chExt cx="5425999" cy="118714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8A98D1-E084-CB78-D359-ABE8DE777E15}"/>
                  </a:ext>
                </a:extLst>
              </p:cNvPr>
              <p:cNvSpPr txBox="1"/>
              <p:nvPr/>
            </p:nvSpPr>
            <p:spPr>
              <a:xfrm>
                <a:off x="2310855" y="2513017"/>
                <a:ext cx="4466436" cy="923330"/>
              </a:xfrm>
              <a:prstGeom prst="rect">
                <a:avLst/>
              </a:prstGeom>
              <a:noFill/>
            </p:spPr>
            <p:txBody>
              <a:bodyPr wrap="none" lIns="90000" rtlCol="0">
                <a:spAutoFit/>
              </a:bodyPr>
              <a:lstStyle/>
              <a:p>
                <a:r>
                  <a:rPr lang="en-DK" sz="5400" dirty="0">
                    <a:solidFill>
                      <a:srgbClr val="1E395F"/>
                    </a:solidFill>
                    <a:latin typeface="Inter Medium" panose="02000503000000020004" pitchFamily="2" charset="0"/>
                    <a:ea typeface="Inter Medium" panose="02000503000000020004" pitchFamily="2" charset="0"/>
                  </a:rPr>
                  <a:t>Bolig</a:t>
                </a:r>
                <a:r>
                  <a:rPr lang="en-DK" sz="5400" b="1" dirty="0">
                    <a:solidFill>
                      <a:srgbClr val="1E395F"/>
                    </a:solidFill>
                    <a:latin typeface="Inter ExtraBold" panose="02000503000000020004" pitchFamily="2" charset="0"/>
                    <a:ea typeface="Inter ExtraBold" panose="02000503000000020004" pitchFamily="2" charset="0"/>
                  </a:rPr>
                  <a:t>klarhed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DD208F3-85D7-CD2F-3F69-CBA47F10C254}"/>
                  </a:ext>
                </a:extLst>
              </p:cNvPr>
              <p:cNvGrpSpPr/>
              <p:nvPr/>
            </p:nvGrpSpPr>
            <p:grpSpPr>
              <a:xfrm>
                <a:off x="1351292" y="2636318"/>
                <a:ext cx="840347" cy="963338"/>
                <a:chOff x="899420" y="4444772"/>
                <a:chExt cx="571292" cy="654905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EF6A212A-BE28-8849-8A83-AAE16580C4BE}"/>
                    </a:ext>
                  </a:extLst>
                </p:cNvPr>
                <p:cNvSpPr/>
                <p:nvPr/>
              </p:nvSpPr>
              <p:spPr>
                <a:xfrm>
                  <a:off x="899420" y="4690540"/>
                  <a:ext cx="571292" cy="409137"/>
                </a:xfrm>
                <a:prstGeom prst="rect">
                  <a:avLst/>
                </a:prstGeom>
                <a:solidFill>
                  <a:srgbClr val="1E395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7" name="Triangle 6">
                  <a:extLst>
                    <a:ext uri="{FF2B5EF4-FFF2-40B4-BE49-F238E27FC236}">
                      <a16:creationId xmlns:a16="http://schemas.microsoft.com/office/drawing/2014/main" id="{2AB92BF1-2E3D-7025-DADB-7AFA1528BA47}"/>
                    </a:ext>
                  </a:extLst>
                </p:cNvPr>
                <p:cNvSpPr/>
                <p:nvPr/>
              </p:nvSpPr>
              <p:spPr>
                <a:xfrm>
                  <a:off x="899420" y="4444772"/>
                  <a:ext cx="571292" cy="245768"/>
                </a:xfrm>
                <a:prstGeom prst="triangle">
                  <a:avLst/>
                </a:prstGeom>
                <a:solidFill>
                  <a:srgbClr val="1E395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B25C3B-935B-2D44-1A53-1FC9E7B5B936}"/>
                  </a:ext>
                </a:extLst>
              </p:cNvPr>
              <p:cNvSpPr txBox="1"/>
              <p:nvPr/>
            </p:nvSpPr>
            <p:spPr>
              <a:xfrm>
                <a:off x="2346023" y="3300047"/>
                <a:ext cx="4356429" cy="400110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 algn="just"/>
                <a:r>
                  <a:rPr lang="da-DK" sz="2200" dirty="0">
                    <a:solidFill>
                      <a:srgbClr val="63738F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Klarhed over din boligøkonomi</a:t>
                </a:r>
                <a:endParaRPr lang="en-DK" sz="2200" dirty="0">
                  <a:solidFill>
                    <a:srgbClr val="63738F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pic>
          <p:nvPicPr>
            <p:cNvPr id="21" name="Graphic 20" descr="Apple with solid fill">
              <a:extLst>
                <a:ext uri="{FF2B5EF4-FFF2-40B4-BE49-F238E27FC236}">
                  <a16:creationId xmlns:a16="http://schemas.microsoft.com/office/drawing/2014/main" id="{37E7564A-1DEF-7C53-6CC0-4B3F69CBD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2923" y="3451700"/>
              <a:ext cx="607811" cy="607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899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Inter</vt:lpstr>
      <vt:lpstr>Inter ExtraBold</vt:lpstr>
      <vt:lpstr>Inter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Christoffer Retz</dc:creator>
  <cp:lastModifiedBy>Christoffer Retz</cp:lastModifiedBy>
  <cp:revision>3</cp:revision>
  <dcterms:created xsi:type="dcterms:W3CDTF">2026-02-28T18:25:25Z</dcterms:created>
  <dcterms:modified xsi:type="dcterms:W3CDTF">2026-03-01T21:13:45Z</dcterms:modified>
</cp:coreProperties>
</file>