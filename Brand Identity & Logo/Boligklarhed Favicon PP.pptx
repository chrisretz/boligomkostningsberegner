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39863" cy="1439863"/>
  <p:notesSz cx="6858000" cy="9144000"/>
  <p:defaultTextStyle>
    <a:defPPr>
      <a:defRPr lang="en-DK"/>
    </a:defPPr>
    <a:lvl1pPr marL="0" algn="l" defTabSz="506806" rtl="0" eaLnBrk="1" latinLnBrk="0" hangingPunct="1">
      <a:defRPr sz="997" kern="1200">
        <a:solidFill>
          <a:schemeClr val="tx1"/>
        </a:solidFill>
        <a:latin typeface="+mn-lt"/>
        <a:ea typeface="+mn-ea"/>
        <a:cs typeface="+mn-cs"/>
      </a:defRPr>
    </a:lvl1pPr>
    <a:lvl2pPr marL="253404" algn="l" defTabSz="506806" rtl="0" eaLnBrk="1" latinLnBrk="0" hangingPunct="1">
      <a:defRPr sz="997" kern="1200">
        <a:solidFill>
          <a:schemeClr val="tx1"/>
        </a:solidFill>
        <a:latin typeface="+mn-lt"/>
        <a:ea typeface="+mn-ea"/>
        <a:cs typeface="+mn-cs"/>
      </a:defRPr>
    </a:lvl2pPr>
    <a:lvl3pPr marL="506806" algn="l" defTabSz="506806" rtl="0" eaLnBrk="1" latinLnBrk="0" hangingPunct="1">
      <a:defRPr sz="997" kern="1200">
        <a:solidFill>
          <a:schemeClr val="tx1"/>
        </a:solidFill>
        <a:latin typeface="+mn-lt"/>
        <a:ea typeface="+mn-ea"/>
        <a:cs typeface="+mn-cs"/>
      </a:defRPr>
    </a:lvl3pPr>
    <a:lvl4pPr marL="760210" algn="l" defTabSz="506806" rtl="0" eaLnBrk="1" latinLnBrk="0" hangingPunct="1">
      <a:defRPr sz="997" kern="1200">
        <a:solidFill>
          <a:schemeClr val="tx1"/>
        </a:solidFill>
        <a:latin typeface="+mn-lt"/>
        <a:ea typeface="+mn-ea"/>
        <a:cs typeface="+mn-cs"/>
      </a:defRPr>
    </a:lvl4pPr>
    <a:lvl5pPr marL="1013613" algn="l" defTabSz="506806" rtl="0" eaLnBrk="1" latinLnBrk="0" hangingPunct="1">
      <a:defRPr sz="997" kern="1200">
        <a:solidFill>
          <a:schemeClr val="tx1"/>
        </a:solidFill>
        <a:latin typeface="+mn-lt"/>
        <a:ea typeface="+mn-ea"/>
        <a:cs typeface="+mn-cs"/>
      </a:defRPr>
    </a:lvl5pPr>
    <a:lvl6pPr marL="1267017" algn="l" defTabSz="506806" rtl="0" eaLnBrk="1" latinLnBrk="0" hangingPunct="1">
      <a:defRPr sz="997" kern="1200">
        <a:solidFill>
          <a:schemeClr val="tx1"/>
        </a:solidFill>
        <a:latin typeface="+mn-lt"/>
        <a:ea typeface="+mn-ea"/>
        <a:cs typeface="+mn-cs"/>
      </a:defRPr>
    </a:lvl6pPr>
    <a:lvl7pPr marL="1520421" algn="l" defTabSz="506806" rtl="0" eaLnBrk="1" latinLnBrk="0" hangingPunct="1">
      <a:defRPr sz="997" kern="1200">
        <a:solidFill>
          <a:schemeClr val="tx1"/>
        </a:solidFill>
        <a:latin typeface="+mn-lt"/>
        <a:ea typeface="+mn-ea"/>
        <a:cs typeface="+mn-cs"/>
      </a:defRPr>
    </a:lvl7pPr>
    <a:lvl8pPr marL="1773823" algn="l" defTabSz="506806" rtl="0" eaLnBrk="1" latinLnBrk="0" hangingPunct="1">
      <a:defRPr sz="997" kern="1200">
        <a:solidFill>
          <a:schemeClr val="tx1"/>
        </a:solidFill>
        <a:latin typeface="+mn-lt"/>
        <a:ea typeface="+mn-ea"/>
        <a:cs typeface="+mn-cs"/>
      </a:defRPr>
    </a:lvl8pPr>
    <a:lvl9pPr marL="2027227" algn="l" defTabSz="506806" rtl="0" eaLnBrk="1" latinLnBrk="0" hangingPunct="1">
      <a:defRPr sz="99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95F"/>
    <a:srgbClr val="637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9"/>
    <p:restoredTop sz="94658"/>
  </p:normalViewPr>
  <p:slideViewPr>
    <p:cSldViewPr snapToGrid="0">
      <p:cViewPr varScale="1">
        <p:scale>
          <a:sx n="400" d="100"/>
          <a:sy n="400" d="100"/>
        </p:scale>
        <p:origin x="3440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14761-8E9F-2B10-8329-8B327B82D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983" y="235645"/>
            <a:ext cx="1079897" cy="501286"/>
          </a:xfrm>
        </p:spPr>
        <p:txBody>
          <a:bodyPr anchor="b"/>
          <a:lstStyle>
            <a:lvl1pPr algn="ctr">
              <a:defRPr sz="3543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D29FE-B1D6-77D7-C431-1AED54AED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983" y="756263"/>
            <a:ext cx="1079897" cy="347634"/>
          </a:xfrm>
        </p:spPr>
        <p:txBody>
          <a:bodyPr/>
          <a:lstStyle>
            <a:lvl1pPr marL="0" indent="0" algn="ctr">
              <a:buNone/>
              <a:defRPr sz="1418"/>
            </a:lvl1pPr>
            <a:lvl2pPr marL="269968" indent="0" algn="ctr">
              <a:buNone/>
              <a:defRPr sz="1182"/>
            </a:lvl2pPr>
            <a:lvl3pPr marL="539936" indent="0" algn="ctr">
              <a:buNone/>
              <a:defRPr sz="1064"/>
            </a:lvl3pPr>
            <a:lvl4pPr marL="809904" indent="0" algn="ctr">
              <a:buNone/>
              <a:defRPr sz="944"/>
            </a:lvl4pPr>
            <a:lvl5pPr marL="1079874" indent="0" algn="ctr">
              <a:buNone/>
              <a:defRPr sz="944"/>
            </a:lvl5pPr>
            <a:lvl6pPr marL="1349842" indent="0" algn="ctr">
              <a:buNone/>
              <a:defRPr sz="944"/>
            </a:lvl6pPr>
            <a:lvl7pPr marL="1619810" indent="0" algn="ctr">
              <a:buNone/>
              <a:defRPr sz="944"/>
            </a:lvl7pPr>
            <a:lvl8pPr marL="1889778" indent="0" algn="ctr">
              <a:buNone/>
              <a:defRPr sz="944"/>
            </a:lvl8pPr>
            <a:lvl9pPr marL="2159746" indent="0" algn="ctr">
              <a:buNone/>
              <a:defRPr sz="944"/>
            </a:lvl9pPr>
          </a:lstStyle>
          <a:p>
            <a:r>
              <a:rPr lang="en-GB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647A8-0D0B-7BD3-48E0-980F726B6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2C6-1241-9343-893B-17C45A32666E}" type="datetimeFigureOut">
              <a:rPr lang="en-DK" smtClean="0"/>
              <a:t>13/03/2026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AB087-89F7-C384-F733-880824F01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82C6E-9F58-36CC-5649-31CA30A63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6FE2-3824-D546-B4CB-1349403B46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70499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A9465-075F-F573-0B49-3D76495BF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31AD3-B315-0098-6ABC-E4F502050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E7A5E-6526-E4C3-AAC2-AB5F3308E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2C6-1241-9343-893B-17C45A32666E}" type="datetimeFigureOut">
              <a:rPr lang="en-DK" smtClean="0"/>
              <a:t>13/03/2026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70FCC-B0BD-249E-7B73-8E2C7959D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84A5B-679E-5614-057F-35C7F365A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6FE2-3824-D546-B4CB-1349403B46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6020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F8DC8-4A68-E941-4642-E0482ACEC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41" y="358968"/>
            <a:ext cx="1241882" cy="598943"/>
          </a:xfrm>
        </p:spPr>
        <p:txBody>
          <a:bodyPr anchor="b"/>
          <a:lstStyle>
            <a:lvl1pPr>
              <a:defRPr sz="3543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40390-BD0F-ACDC-96E1-2E9FCB26A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241" y="963575"/>
            <a:ext cx="1241882" cy="314970"/>
          </a:xfrm>
        </p:spPr>
        <p:txBody>
          <a:bodyPr/>
          <a:lstStyle>
            <a:lvl1pPr marL="0" indent="0">
              <a:buNone/>
              <a:defRPr sz="1418">
                <a:solidFill>
                  <a:schemeClr val="tx1">
                    <a:tint val="82000"/>
                  </a:schemeClr>
                </a:solidFill>
              </a:defRPr>
            </a:lvl1pPr>
            <a:lvl2pPr marL="269968" indent="0">
              <a:buNone/>
              <a:defRPr sz="1182">
                <a:solidFill>
                  <a:schemeClr val="tx1">
                    <a:tint val="82000"/>
                  </a:schemeClr>
                </a:solidFill>
              </a:defRPr>
            </a:lvl2pPr>
            <a:lvl3pPr marL="539936" indent="0">
              <a:buNone/>
              <a:defRPr sz="1064">
                <a:solidFill>
                  <a:schemeClr val="tx1">
                    <a:tint val="82000"/>
                  </a:schemeClr>
                </a:solidFill>
              </a:defRPr>
            </a:lvl3pPr>
            <a:lvl4pPr marL="809904" indent="0">
              <a:buNone/>
              <a:defRPr sz="944">
                <a:solidFill>
                  <a:schemeClr val="tx1">
                    <a:tint val="82000"/>
                  </a:schemeClr>
                </a:solidFill>
              </a:defRPr>
            </a:lvl4pPr>
            <a:lvl5pPr marL="1079874" indent="0">
              <a:buNone/>
              <a:defRPr sz="944">
                <a:solidFill>
                  <a:schemeClr val="tx1">
                    <a:tint val="82000"/>
                  </a:schemeClr>
                </a:solidFill>
              </a:defRPr>
            </a:lvl5pPr>
            <a:lvl6pPr marL="1349842" indent="0">
              <a:buNone/>
              <a:defRPr sz="944">
                <a:solidFill>
                  <a:schemeClr val="tx1">
                    <a:tint val="82000"/>
                  </a:schemeClr>
                </a:solidFill>
              </a:defRPr>
            </a:lvl6pPr>
            <a:lvl7pPr marL="1619810" indent="0">
              <a:buNone/>
              <a:defRPr sz="944">
                <a:solidFill>
                  <a:schemeClr val="tx1">
                    <a:tint val="82000"/>
                  </a:schemeClr>
                </a:solidFill>
              </a:defRPr>
            </a:lvl7pPr>
            <a:lvl8pPr marL="1889778" indent="0">
              <a:buNone/>
              <a:defRPr sz="944">
                <a:solidFill>
                  <a:schemeClr val="tx1">
                    <a:tint val="82000"/>
                  </a:schemeClr>
                </a:solidFill>
              </a:defRPr>
            </a:lvl8pPr>
            <a:lvl9pPr marL="2159746" indent="0">
              <a:buNone/>
              <a:defRPr sz="9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9A276-3DD9-0223-948A-97833D4C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2C6-1241-9343-893B-17C45A32666E}" type="datetimeFigureOut">
              <a:rPr lang="en-DK" smtClean="0"/>
              <a:t>13/03/2026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BEDBB-D73B-6005-80F9-459C8A10F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697E8-D39D-EF9D-95BE-BB3F2D2F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6FE2-3824-D546-B4CB-1349403B46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13275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36AB1-5453-1B1A-E7E6-B786897F0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7E01F-4456-6311-C3D0-65D109D13D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91" y="383297"/>
            <a:ext cx="611942" cy="9135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F0028A-27B2-DA28-6B1C-9E83313F2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8931" y="383297"/>
            <a:ext cx="611942" cy="9135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CD323-E8E7-0D7F-A7D1-7D4DAD873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2C6-1241-9343-893B-17C45A32666E}" type="datetimeFigureOut">
              <a:rPr lang="en-DK" smtClean="0"/>
              <a:t>13/03/2026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B59AB-D55D-80C8-C60B-570380F97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1463E-A5F5-19DC-9623-CCB3625AE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6FE2-3824-D546-B4CB-1349403B46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47493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CAB95-3BAD-1FE3-7952-C04957A46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79" y="76660"/>
            <a:ext cx="1241882" cy="27830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AD36A-2EC9-284F-B203-6AC4F1B33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178" y="352967"/>
            <a:ext cx="609130" cy="172984"/>
          </a:xfrm>
        </p:spPr>
        <p:txBody>
          <a:bodyPr anchor="b"/>
          <a:lstStyle>
            <a:lvl1pPr marL="0" indent="0">
              <a:buNone/>
              <a:defRPr sz="1418" b="1"/>
            </a:lvl1pPr>
            <a:lvl2pPr marL="269968" indent="0">
              <a:buNone/>
              <a:defRPr sz="1182" b="1"/>
            </a:lvl2pPr>
            <a:lvl3pPr marL="539936" indent="0">
              <a:buNone/>
              <a:defRPr sz="1064" b="1"/>
            </a:lvl3pPr>
            <a:lvl4pPr marL="809904" indent="0">
              <a:buNone/>
              <a:defRPr sz="944" b="1"/>
            </a:lvl4pPr>
            <a:lvl5pPr marL="1079874" indent="0">
              <a:buNone/>
              <a:defRPr sz="944" b="1"/>
            </a:lvl5pPr>
            <a:lvl6pPr marL="1349842" indent="0">
              <a:buNone/>
              <a:defRPr sz="944" b="1"/>
            </a:lvl6pPr>
            <a:lvl7pPr marL="1619810" indent="0">
              <a:buNone/>
              <a:defRPr sz="944" b="1"/>
            </a:lvl7pPr>
            <a:lvl8pPr marL="1889778" indent="0">
              <a:buNone/>
              <a:defRPr sz="944" b="1"/>
            </a:lvl8pPr>
            <a:lvl9pPr marL="2159746" indent="0">
              <a:buNone/>
              <a:defRPr sz="94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527DDD-AED5-C8BD-E14A-113BD4BAE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9178" y="525951"/>
            <a:ext cx="609130" cy="7735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0FCFAF-4944-650C-7F97-F1D7FDA6E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8931" y="352967"/>
            <a:ext cx="612129" cy="172984"/>
          </a:xfrm>
        </p:spPr>
        <p:txBody>
          <a:bodyPr anchor="b"/>
          <a:lstStyle>
            <a:lvl1pPr marL="0" indent="0">
              <a:buNone/>
              <a:defRPr sz="1418" b="1"/>
            </a:lvl1pPr>
            <a:lvl2pPr marL="269968" indent="0">
              <a:buNone/>
              <a:defRPr sz="1182" b="1"/>
            </a:lvl2pPr>
            <a:lvl3pPr marL="539936" indent="0">
              <a:buNone/>
              <a:defRPr sz="1064" b="1"/>
            </a:lvl3pPr>
            <a:lvl4pPr marL="809904" indent="0">
              <a:buNone/>
              <a:defRPr sz="944" b="1"/>
            </a:lvl4pPr>
            <a:lvl5pPr marL="1079874" indent="0">
              <a:buNone/>
              <a:defRPr sz="944" b="1"/>
            </a:lvl5pPr>
            <a:lvl6pPr marL="1349842" indent="0">
              <a:buNone/>
              <a:defRPr sz="944" b="1"/>
            </a:lvl6pPr>
            <a:lvl7pPr marL="1619810" indent="0">
              <a:buNone/>
              <a:defRPr sz="944" b="1"/>
            </a:lvl7pPr>
            <a:lvl8pPr marL="1889778" indent="0">
              <a:buNone/>
              <a:defRPr sz="944" b="1"/>
            </a:lvl8pPr>
            <a:lvl9pPr marL="2159746" indent="0">
              <a:buNone/>
              <a:defRPr sz="94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C36682-BECC-BE6B-2E26-1E4AB03D4C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8931" y="525951"/>
            <a:ext cx="612129" cy="7735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AD8631-3C79-FB47-9F13-995942F99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2C6-1241-9343-893B-17C45A32666E}" type="datetimeFigureOut">
              <a:rPr lang="en-DK" smtClean="0"/>
              <a:t>13/03/2026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B3FCE3-703D-D468-FA37-B5C4DAE07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1D9D09-2724-69CA-7FD3-8334585A4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6FE2-3824-D546-B4CB-1349403B46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16091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ECE59-2665-0CA6-B72B-B791B290E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AD30FA-371F-704D-3E78-9740F84D3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2C6-1241-9343-893B-17C45A32666E}" type="datetimeFigureOut">
              <a:rPr lang="en-DK" smtClean="0"/>
              <a:t>13/03/2026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4DC07-6CBE-227A-83DB-362C3ECC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8F4EE6-134A-CD46-4C24-83751C858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6FE2-3824-D546-B4CB-1349403B46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5124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9D184F-9799-32D7-58F5-0A0C11094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2C6-1241-9343-893B-17C45A32666E}" type="datetimeFigureOut">
              <a:rPr lang="en-DK" smtClean="0"/>
              <a:t>13/03/2026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58C4BE-10F7-2EB3-48D4-64FB1A5D8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7074D-4234-015A-994D-180492E56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6FE2-3824-D546-B4CB-1349403B46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32191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15609-D98A-FF8D-D582-670546E2B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79" y="95992"/>
            <a:ext cx="464393" cy="335968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9D9DF-5F33-BF3D-BAFF-50E8FD0E2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129" y="207315"/>
            <a:ext cx="728931" cy="1023236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8"/>
            </a:lvl3pPr>
            <a:lvl4pPr>
              <a:defRPr sz="1182"/>
            </a:lvl4pPr>
            <a:lvl5pPr>
              <a:defRPr sz="1182"/>
            </a:lvl5pPr>
            <a:lvl6pPr>
              <a:defRPr sz="1182"/>
            </a:lvl6pPr>
            <a:lvl7pPr>
              <a:defRPr sz="1182"/>
            </a:lvl7pPr>
            <a:lvl8pPr>
              <a:defRPr sz="1182"/>
            </a:lvl8pPr>
            <a:lvl9pPr>
              <a:defRPr sz="1182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16D4D9-723F-9E7E-F9F7-07C66D12D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179" y="431960"/>
            <a:ext cx="464393" cy="800257"/>
          </a:xfrm>
        </p:spPr>
        <p:txBody>
          <a:bodyPr/>
          <a:lstStyle>
            <a:lvl1pPr marL="0" indent="0">
              <a:buNone/>
              <a:defRPr sz="944"/>
            </a:lvl1pPr>
            <a:lvl2pPr marL="269968" indent="0">
              <a:buNone/>
              <a:defRPr sz="826"/>
            </a:lvl2pPr>
            <a:lvl3pPr marL="539936" indent="0">
              <a:buNone/>
              <a:defRPr sz="708"/>
            </a:lvl3pPr>
            <a:lvl4pPr marL="809904" indent="0">
              <a:buNone/>
              <a:defRPr sz="590"/>
            </a:lvl4pPr>
            <a:lvl5pPr marL="1079874" indent="0">
              <a:buNone/>
              <a:defRPr sz="590"/>
            </a:lvl5pPr>
            <a:lvl6pPr marL="1349842" indent="0">
              <a:buNone/>
              <a:defRPr sz="590"/>
            </a:lvl6pPr>
            <a:lvl7pPr marL="1619810" indent="0">
              <a:buNone/>
              <a:defRPr sz="590"/>
            </a:lvl7pPr>
            <a:lvl8pPr marL="1889778" indent="0">
              <a:buNone/>
              <a:defRPr sz="590"/>
            </a:lvl8pPr>
            <a:lvl9pPr marL="2159746" indent="0">
              <a:buNone/>
              <a:defRPr sz="59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F027A2-D546-68C7-D3A4-4978DC245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2C6-1241-9343-893B-17C45A32666E}" type="datetimeFigureOut">
              <a:rPr lang="en-DK" smtClean="0"/>
              <a:t>13/03/2026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729E7-1A1A-41F8-0AC7-EAF8666C7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771C2-AF82-7A9D-7BAB-086D02744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6FE2-3824-D546-B4CB-1349403B46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69031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D33F5-035D-9F6A-4F38-4376C8D89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79" y="95992"/>
            <a:ext cx="464393" cy="335968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F9D1DA-D283-136F-267D-5E5FA2EB0C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2129" y="207315"/>
            <a:ext cx="728931" cy="1023236"/>
          </a:xfrm>
        </p:spPr>
        <p:txBody>
          <a:bodyPr/>
          <a:lstStyle>
            <a:lvl1pPr marL="0" indent="0">
              <a:buNone/>
              <a:defRPr sz="1890"/>
            </a:lvl1pPr>
            <a:lvl2pPr marL="269968" indent="0">
              <a:buNone/>
              <a:defRPr sz="1654"/>
            </a:lvl2pPr>
            <a:lvl3pPr marL="539936" indent="0">
              <a:buNone/>
              <a:defRPr sz="1418"/>
            </a:lvl3pPr>
            <a:lvl4pPr marL="809904" indent="0">
              <a:buNone/>
              <a:defRPr sz="1182"/>
            </a:lvl4pPr>
            <a:lvl5pPr marL="1079874" indent="0">
              <a:buNone/>
              <a:defRPr sz="1182"/>
            </a:lvl5pPr>
            <a:lvl6pPr marL="1349842" indent="0">
              <a:buNone/>
              <a:defRPr sz="1182"/>
            </a:lvl6pPr>
            <a:lvl7pPr marL="1619810" indent="0">
              <a:buNone/>
              <a:defRPr sz="1182"/>
            </a:lvl7pPr>
            <a:lvl8pPr marL="1889778" indent="0">
              <a:buNone/>
              <a:defRPr sz="1182"/>
            </a:lvl8pPr>
            <a:lvl9pPr marL="2159746" indent="0">
              <a:buNone/>
              <a:defRPr sz="1182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26714-A0C8-8D11-DE18-18CA6AA3B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179" y="431960"/>
            <a:ext cx="464393" cy="800257"/>
          </a:xfrm>
        </p:spPr>
        <p:txBody>
          <a:bodyPr/>
          <a:lstStyle>
            <a:lvl1pPr marL="0" indent="0">
              <a:buNone/>
              <a:defRPr sz="944"/>
            </a:lvl1pPr>
            <a:lvl2pPr marL="269968" indent="0">
              <a:buNone/>
              <a:defRPr sz="826"/>
            </a:lvl2pPr>
            <a:lvl3pPr marL="539936" indent="0">
              <a:buNone/>
              <a:defRPr sz="708"/>
            </a:lvl3pPr>
            <a:lvl4pPr marL="809904" indent="0">
              <a:buNone/>
              <a:defRPr sz="590"/>
            </a:lvl4pPr>
            <a:lvl5pPr marL="1079874" indent="0">
              <a:buNone/>
              <a:defRPr sz="590"/>
            </a:lvl5pPr>
            <a:lvl6pPr marL="1349842" indent="0">
              <a:buNone/>
              <a:defRPr sz="590"/>
            </a:lvl6pPr>
            <a:lvl7pPr marL="1619810" indent="0">
              <a:buNone/>
              <a:defRPr sz="590"/>
            </a:lvl7pPr>
            <a:lvl8pPr marL="1889778" indent="0">
              <a:buNone/>
              <a:defRPr sz="590"/>
            </a:lvl8pPr>
            <a:lvl9pPr marL="2159746" indent="0">
              <a:buNone/>
              <a:defRPr sz="59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9194C-9D3C-0026-9723-96B1F7DBB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2C6-1241-9343-893B-17C45A32666E}" type="datetimeFigureOut">
              <a:rPr lang="en-DK" smtClean="0"/>
              <a:t>13/03/2026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5981C-B481-29D9-DEBC-C905DCF5E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9E768-6B67-4F76-479A-97EEE0CC8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6FE2-3824-D546-B4CB-1349403B46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71852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22F8E-17D1-A0F2-0920-618E86DE0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1EACA-F99E-38FE-8939-FE450F9104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5D430-391D-EDEE-F1DC-0F2A091EF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2C6-1241-9343-893B-17C45A32666E}" type="datetimeFigureOut">
              <a:rPr lang="en-DK" smtClean="0"/>
              <a:t>13/03/2026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279C1-ADD2-DE94-C37A-1AC233E45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0D46A-B62B-9D06-BB55-45E811EB5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6FE2-3824-D546-B4CB-1349403B46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32890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31EED1-D754-F96D-5262-9EF498CA8B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30402" y="76660"/>
            <a:ext cx="310471" cy="122021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692C84-5D38-FADA-BC87-CE2D0A745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8991" y="76660"/>
            <a:ext cx="913413" cy="122021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E5738-6887-8433-3145-3F4B8D58E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A2C6-1241-9343-893B-17C45A32666E}" type="datetimeFigureOut">
              <a:rPr lang="en-DK" smtClean="0"/>
              <a:t>13/03/2026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A0156-3F69-7A3F-7BF3-D80384E79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18A99-DD50-AF6B-C317-D258A9BDC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6FE2-3824-D546-B4CB-1349403B46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19811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A71226-F81F-75AA-2DB3-85446B231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1" y="76660"/>
            <a:ext cx="1241882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04058-9FF7-04B2-7DEC-FC52321F7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91" y="383297"/>
            <a:ext cx="1241882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868B8-E742-569D-B957-F23936270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8991" y="1334540"/>
            <a:ext cx="323969" cy="766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D1A2C6-1241-9343-893B-17C45A32666E}" type="datetimeFigureOut">
              <a:rPr lang="en-DK" smtClean="0"/>
              <a:t>13/03/2026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11EB4-B65E-C739-D0BB-8982E7C12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6955" y="1334540"/>
            <a:ext cx="485954" cy="766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9E341-E640-06B3-9FE5-A724FF7A4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6904" y="1334540"/>
            <a:ext cx="323969" cy="766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B16FE2-3824-D546-B4CB-1349403B464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89620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39936" rtl="0" eaLnBrk="1" latinLnBrk="0" hangingPunct="1">
        <a:lnSpc>
          <a:spcPct val="90000"/>
        </a:lnSpc>
        <a:spcBef>
          <a:spcPct val="0"/>
        </a:spcBef>
        <a:buNone/>
        <a:defRPr sz="25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985" indent="-134985" algn="l" defTabSz="539936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4953" indent="-134985" algn="l" defTabSz="539936" rtl="0" eaLnBrk="1" latinLnBrk="0" hangingPunct="1">
        <a:lnSpc>
          <a:spcPct val="90000"/>
        </a:lnSpc>
        <a:spcBef>
          <a:spcPts val="296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674921" indent="-134985" algn="l" defTabSz="539936" rtl="0" eaLnBrk="1" latinLnBrk="0" hangingPunct="1">
        <a:lnSpc>
          <a:spcPct val="90000"/>
        </a:lnSpc>
        <a:spcBef>
          <a:spcPts val="296"/>
        </a:spcBef>
        <a:buFont typeface="Arial" panose="020B0604020202020204" pitchFamily="34" charset="0"/>
        <a:buChar char="•"/>
        <a:defRPr sz="1182" kern="1200">
          <a:solidFill>
            <a:schemeClr val="tx1"/>
          </a:solidFill>
          <a:latin typeface="+mn-lt"/>
          <a:ea typeface="+mn-ea"/>
          <a:cs typeface="+mn-cs"/>
        </a:defRPr>
      </a:lvl3pPr>
      <a:lvl4pPr marL="944889" indent="-134985" algn="l" defTabSz="539936" rtl="0" eaLnBrk="1" latinLnBrk="0" hangingPunct="1">
        <a:lnSpc>
          <a:spcPct val="90000"/>
        </a:lnSpc>
        <a:spcBef>
          <a:spcPts val="296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4pPr>
      <a:lvl5pPr marL="1214857" indent="-134985" algn="l" defTabSz="539936" rtl="0" eaLnBrk="1" latinLnBrk="0" hangingPunct="1">
        <a:lnSpc>
          <a:spcPct val="90000"/>
        </a:lnSpc>
        <a:spcBef>
          <a:spcPts val="296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5pPr>
      <a:lvl6pPr marL="1484825" indent="-134985" algn="l" defTabSz="539936" rtl="0" eaLnBrk="1" latinLnBrk="0" hangingPunct="1">
        <a:lnSpc>
          <a:spcPct val="90000"/>
        </a:lnSpc>
        <a:spcBef>
          <a:spcPts val="296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6pPr>
      <a:lvl7pPr marL="1754795" indent="-134985" algn="l" defTabSz="539936" rtl="0" eaLnBrk="1" latinLnBrk="0" hangingPunct="1">
        <a:lnSpc>
          <a:spcPct val="90000"/>
        </a:lnSpc>
        <a:spcBef>
          <a:spcPts val="296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7pPr>
      <a:lvl8pPr marL="2024763" indent="-134985" algn="l" defTabSz="539936" rtl="0" eaLnBrk="1" latinLnBrk="0" hangingPunct="1">
        <a:lnSpc>
          <a:spcPct val="90000"/>
        </a:lnSpc>
        <a:spcBef>
          <a:spcPts val="296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8pPr>
      <a:lvl9pPr marL="2294731" indent="-134985" algn="l" defTabSz="539936" rtl="0" eaLnBrk="1" latinLnBrk="0" hangingPunct="1">
        <a:lnSpc>
          <a:spcPct val="90000"/>
        </a:lnSpc>
        <a:spcBef>
          <a:spcPts val="296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539936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1pPr>
      <a:lvl2pPr marL="269968" algn="l" defTabSz="539936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2pPr>
      <a:lvl3pPr marL="539936" algn="l" defTabSz="539936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3pPr>
      <a:lvl4pPr marL="809904" algn="l" defTabSz="539936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4pPr>
      <a:lvl5pPr marL="1079874" algn="l" defTabSz="539936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5pPr>
      <a:lvl6pPr marL="1349842" algn="l" defTabSz="539936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6pPr>
      <a:lvl7pPr marL="1619810" algn="l" defTabSz="539936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7pPr>
      <a:lvl8pPr marL="1889778" algn="l" defTabSz="539936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8pPr>
      <a:lvl9pPr marL="2159746" algn="l" defTabSz="539936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3588895-FCAE-70A6-D6AA-EA0FF1795AD3}"/>
              </a:ext>
            </a:extLst>
          </p:cNvPr>
          <p:cNvGrpSpPr/>
          <p:nvPr/>
        </p:nvGrpSpPr>
        <p:grpSpPr>
          <a:xfrm>
            <a:off x="80962" y="139169"/>
            <a:ext cx="1277938" cy="1277938"/>
            <a:chOff x="80962" y="139169"/>
            <a:chExt cx="1277938" cy="1277938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291D4741-7B2E-44E0-A598-2AB00AFBBBF7}"/>
                </a:ext>
              </a:extLst>
            </p:cNvPr>
            <p:cNvSpPr/>
            <p:nvPr/>
          </p:nvSpPr>
          <p:spPr>
            <a:xfrm>
              <a:off x="80962" y="139169"/>
              <a:ext cx="1277938" cy="1277938"/>
            </a:xfrm>
            <a:prstGeom prst="ellipse">
              <a:avLst/>
            </a:prstGeom>
            <a:solidFill>
              <a:srgbClr val="1E39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340C9A2-DA56-ACE4-AB34-3BA34D2326C1}"/>
                </a:ext>
              </a:extLst>
            </p:cNvPr>
            <p:cNvGrpSpPr/>
            <p:nvPr/>
          </p:nvGrpSpPr>
          <p:grpSpPr>
            <a:xfrm>
              <a:off x="299759" y="249662"/>
              <a:ext cx="840347" cy="1027575"/>
              <a:chOff x="299759" y="249662"/>
              <a:chExt cx="840347" cy="1027575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E0DF4E8E-282B-9C6B-E23F-776BFD02F652}"/>
                  </a:ext>
                </a:extLst>
              </p:cNvPr>
              <p:cNvGrpSpPr/>
              <p:nvPr/>
            </p:nvGrpSpPr>
            <p:grpSpPr>
              <a:xfrm>
                <a:off x="299759" y="249662"/>
                <a:ext cx="840347" cy="963338"/>
                <a:chOff x="299759" y="249662"/>
                <a:chExt cx="840347" cy="963338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BDD208F3-85D7-CD2F-3F69-CBA47F10C254}"/>
                    </a:ext>
                  </a:extLst>
                </p:cNvPr>
                <p:cNvGrpSpPr/>
                <p:nvPr/>
              </p:nvGrpSpPr>
              <p:grpSpPr>
                <a:xfrm>
                  <a:off x="299759" y="249662"/>
                  <a:ext cx="840347" cy="963338"/>
                  <a:chOff x="899420" y="4444772"/>
                  <a:chExt cx="571292" cy="654905"/>
                </a:xfrm>
              </p:grpSpPr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EF6A212A-BE28-8849-8A83-AAE16580C4BE}"/>
                      </a:ext>
                    </a:extLst>
                  </p:cNvPr>
                  <p:cNvSpPr/>
                  <p:nvPr/>
                </p:nvSpPr>
                <p:spPr>
                  <a:xfrm>
                    <a:off x="899420" y="4690540"/>
                    <a:ext cx="571292" cy="409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DK"/>
                  </a:p>
                </p:txBody>
              </p:sp>
              <p:sp>
                <p:nvSpPr>
                  <p:cNvPr id="7" name="Triangle 6">
                    <a:extLst>
                      <a:ext uri="{FF2B5EF4-FFF2-40B4-BE49-F238E27FC236}">
                        <a16:creationId xmlns:a16="http://schemas.microsoft.com/office/drawing/2014/main" id="{2AB92BF1-2E3D-7025-DADB-7AFA1528BA47}"/>
                      </a:ext>
                    </a:extLst>
                  </p:cNvPr>
                  <p:cNvSpPr/>
                  <p:nvPr/>
                </p:nvSpPr>
                <p:spPr>
                  <a:xfrm>
                    <a:off x="899420" y="4444772"/>
                    <a:ext cx="571292" cy="245768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DK"/>
                  </a:p>
                </p:txBody>
              </p:sp>
            </p:grp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B8F1B6D3-00F8-7865-C164-7CD65A908A72}"/>
                    </a:ext>
                  </a:extLst>
                </p:cNvPr>
                <p:cNvSpPr/>
                <p:nvPr/>
              </p:nvSpPr>
              <p:spPr>
                <a:xfrm>
                  <a:off x="390491" y="346575"/>
                  <a:ext cx="182229" cy="2967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K"/>
                </a:p>
              </p:txBody>
            </p:sp>
          </p:grpSp>
          <p:pic>
            <p:nvPicPr>
              <p:cNvPr id="5" name="Graphic 4" descr="Signal with solid fill">
                <a:extLst>
                  <a:ext uri="{FF2B5EF4-FFF2-40B4-BE49-F238E27FC236}">
                    <a16:creationId xmlns:a16="http://schemas.microsoft.com/office/drawing/2014/main" id="{CCA6B600-DA2E-089C-8D6E-38D8A74C4A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35744" y="441325"/>
                <a:ext cx="768374" cy="83591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838994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4392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Christoffer Retz</dc:creator>
  <cp:lastModifiedBy>Christoffer Retz</cp:lastModifiedBy>
  <cp:revision>8</cp:revision>
  <dcterms:created xsi:type="dcterms:W3CDTF">2026-02-28T18:25:25Z</dcterms:created>
  <dcterms:modified xsi:type="dcterms:W3CDTF">2026-03-13T19:41:18Z</dcterms:modified>
</cp:coreProperties>
</file>